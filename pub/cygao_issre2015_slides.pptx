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6858000" cx="9144000"/>
  <p:notesSz cx="6858000" cy="9144000"/>
  <p:embeddedFontLst>
    <p:embeddedFont>
      <p:font typeface="Roboto"/>
      <p:regular r:id="rId31"/>
      <p:bold r:id="rId32"/>
      <p:italic r:id="rId33"/>
      <p:boldItalic r:id="rId34"/>
    </p:embeddedFont>
    <p:embeddedFont>
      <p:font typeface="Corben"/>
      <p:regular r:id="rId35"/>
      <p:bold r:id="rId36"/>
    </p:embeddedFont>
    <p:embeddedFont>
      <p:font typeface="Federo"/>
      <p:regular r:id="rId37"/>
    </p:embeddedFont>
  </p:embeddedFontLst>
  <p:defaultTextStyle>
    <a:defPPr marR="0" rtl="0" algn="l">
      <a:lnSpc>
        <a:spcPct val="100000"/>
      </a:lnSpc>
      <a:spcBef>
        <a:spcPts val="0"/>
      </a:spcBef>
      <a:spcAft>
        <a:spcPts val="0"/>
      </a:spcAft>
    </a:defPPr>
    <a:lvl1pPr marR="0" rtl="0" algn="l">
      <a:lnSpc>
        <a:spcPct val="100000"/>
      </a:lnSpc>
      <a:spcBef>
        <a:spcPts val="0"/>
      </a:spcBef>
      <a:spcAft>
        <a:spcPts val="0"/>
      </a:spcAft>
      <a:buNone/>
      <a:defRPr b="0" baseline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  <a:rtl val="0"/>
      </a:defRPr>
    </a:lvl1pPr>
    <a:lvl2pPr marR="0" rtl="0" algn="l">
      <a:lnSpc>
        <a:spcPct val="100000"/>
      </a:lnSpc>
      <a:spcBef>
        <a:spcPts val="0"/>
      </a:spcBef>
      <a:spcAft>
        <a:spcPts val="0"/>
      </a:spcAft>
      <a:buNone/>
      <a:defRPr b="0" baseline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  <a:rtl val="0"/>
      </a:defRPr>
    </a:lvl2pPr>
    <a:lvl3pPr marR="0" rtl="0" algn="l">
      <a:lnSpc>
        <a:spcPct val="100000"/>
      </a:lnSpc>
      <a:spcBef>
        <a:spcPts val="0"/>
      </a:spcBef>
      <a:spcAft>
        <a:spcPts val="0"/>
      </a:spcAft>
      <a:buNone/>
      <a:defRPr b="0" baseline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  <a:rtl val="0"/>
      </a:defRPr>
    </a:lvl3pPr>
    <a:lvl4pPr marR="0" rtl="0" algn="l">
      <a:lnSpc>
        <a:spcPct val="100000"/>
      </a:lnSpc>
      <a:spcBef>
        <a:spcPts val="0"/>
      </a:spcBef>
      <a:spcAft>
        <a:spcPts val="0"/>
      </a:spcAft>
      <a:buNone/>
      <a:defRPr b="0" baseline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  <a:rtl val="0"/>
      </a:defRPr>
    </a:lvl4pPr>
    <a:lvl5pPr marR="0" rtl="0" algn="l">
      <a:lnSpc>
        <a:spcPct val="100000"/>
      </a:lnSpc>
      <a:spcBef>
        <a:spcPts val="0"/>
      </a:spcBef>
      <a:spcAft>
        <a:spcPts val="0"/>
      </a:spcAft>
      <a:buNone/>
      <a:defRPr b="0" baseline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  <a:rtl val="0"/>
      </a:defRPr>
    </a:lvl5pPr>
    <a:lvl6pPr marR="0" rtl="0" algn="l">
      <a:lnSpc>
        <a:spcPct val="100000"/>
      </a:lnSpc>
      <a:spcBef>
        <a:spcPts val="0"/>
      </a:spcBef>
      <a:spcAft>
        <a:spcPts val="0"/>
      </a:spcAft>
      <a:buNone/>
      <a:defRPr b="0" baseline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  <a:rtl val="0"/>
      </a:defRPr>
    </a:lvl6pPr>
    <a:lvl7pPr marR="0" rtl="0" algn="l">
      <a:lnSpc>
        <a:spcPct val="100000"/>
      </a:lnSpc>
      <a:spcBef>
        <a:spcPts val="0"/>
      </a:spcBef>
      <a:spcAft>
        <a:spcPts val="0"/>
      </a:spcAft>
      <a:buNone/>
      <a:defRPr b="0" baseline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  <a:rtl val="0"/>
      </a:defRPr>
    </a:lvl7pPr>
    <a:lvl8pPr marR="0" rtl="0" algn="l">
      <a:lnSpc>
        <a:spcPct val="100000"/>
      </a:lnSpc>
      <a:spcBef>
        <a:spcPts val="0"/>
      </a:spcBef>
      <a:spcAft>
        <a:spcPts val="0"/>
      </a:spcAft>
      <a:buNone/>
      <a:defRPr b="0" baseline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  <a:rtl val="0"/>
      </a:defRPr>
    </a:lvl8pPr>
    <a:lvl9pPr marR="0" rtl="0" algn="l">
      <a:lnSpc>
        <a:spcPct val="100000"/>
      </a:lnSpc>
      <a:spcBef>
        <a:spcPts val="0"/>
      </a:spcBef>
      <a:spcAft>
        <a:spcPts val="0"/>
      </a:spcAft>
      <a:buNone/>
      <a:defRPr b="0" baseline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  <a:rtl val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/>
</file>

<file path=ppt/tableStyles.xml><?xml version="1.0" encoding="utf-8"?>
<a:tblStyleLst xmlns:a="http://schemas.openxmlformats.org/drawingml/2006/main" xmlns:r="http://schemas.openxmlformats.org/officeDocument/2006/relationships" def="{51DC13E9-F501-4EA6-84B7-2D9A614717E5}">
  <a:tblStyle styleId="{51DC13E9-F501-4EA6-84B7-2D9A614717E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a:insideV>
        </a:tcBdr>
        <a:fill>
          <a:solidFill>
            <a:srgbClr val="FCECE7"/>
          </a:solidFill>
        </a:fill>
      </a:tcStyle>
    </a:wholeTbl>
    <a:band1H>
      <a:tcStyle>
        <a:fill>
          <a:solidFill>
            <a:srgbClr val="F8D6CC"/>
          </a:solidFill>
        </a:fill>
      </a:tcStyle>
    </a:band1H>
    <a:band1V>
      <a:tcStyle>
        <a:fill>
          <a:solidFill>
            <a:srgbClr val="F8D6CC"/>
          </a:solidFill>
        </a:fill>
      </a:tcStyle>
    </a:band1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2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2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a:top>
        </a:tcBdr>
        <a:fill>
          <a:solidFill>
            <a:schemeClr val="accent2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a:bottom>
        </a:tcBdr>
        <a:fill>
          <a:solidFill>
            <a:schemeClr val="accent2"/>
          </a:solidFill>
        </a:fill>
      </a:tcStyle>
    </a:firstRow>
  </a:tblStyle>
  <a:tblStyle styleId="{CDBAA8AE-613C-4416-A854-4FE3A7FF6850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a:left>
          <a:right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a:right>
          <a:top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a:top>
          <a:bottom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a:bottom>
          <a:insideH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a:insideH>
          <a:insideV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Style>
        <a:fill>
          <a:solidFill>
            <a:schemeClr val="accent6">
              <a:alpha val="40000"/>
            </a:schemeClr>
          </a:solidFill>
        </a:fill>
      </a:tcStyle>
    </a:band1H>
    <a:band1V>
      <a:tcStyle>
        <a:tcBdr>
          <a:top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a:top>
          <a:bottom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a:bottom>
        </a:tcBdr>
        <a:fill>
          <a:solidFill>
            <a:schemeClr val="accent6">
              <a:alpha val="40000"/>
            </a:schemeClr>
          </a:solidFill>
        </a:fill>
      </a:tcStyle>
    </a:band1V>
    <a:lastCol>
      <a:tcTxStyle b="on" i="off"/>
      <a:tcStyle>
        <a:tcBdr>
          <a:left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a:left>
          <a:right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a:right>
          <a:top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a:top>
          <a:bottom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a:bottom>
          <a:insideH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med" w="med" type="none"/>
              <a:tailEnd len="med" w="med" type="none"/>
            </a:ln>
          </a:insideV>
        </a:tcBdr>
      </a:tcStyle>
    </a:lastCol>
    <a:firstCol>
      <a:tcTxStyle b="on" i="off"/>
      <a:tcStyle>
        <a:tcBdr>
          <a:left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a:left>
          <a:right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a:right>
          <a:top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a:top>
          <a:bottom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a:bottom>
          <a:insideH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med" w="med" type="none"/>
              <a:tailEnd len="med" w="med" type="none"/>
            </a:ln>
          </a:insideV>
        </a:tcBdr>
      </a:tcStyle>
    </a:firstCol>
    <a:lastRow>
      <a:tcTxStyle b="on" i="off"/>
      <a:tcStyle>
        <a:tcBdr>
          <a:left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a:left>
          <a:right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a:right>
          <a:top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a:top>
          <a:bottom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med" w="med" type="none"/>
              <a:tailEnd len="med" w="med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med" w="med" type="none"/>
              <a:tailEnd len="med" w="med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left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a:left>
          <a:right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a:right>
          <a:top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a:top>
          <a:bottom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med" w="med" type="none"/>
              <a:tailEnd len="med" w="med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med" w="med" type="none"/>
              <a:tailEnd len="med" w="med" type="none"/>
            </a:ln>
          </a:insideV>
        </a:tcBdr>
        <a:fill>
          <a:solidFill>
            <a:schemeClr val="accent6"/>
          </a:solidFill>
        </a:fill>
      </a:tcStyle>
    </a:firstRow>
  </a:tblStyle>
  <a:tblStyle styleId="{3EE5B4B3-6FB5-498B-B6A1-5490CBAC1867}" styleName="Table_2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a:left>
          <a:right>
            <a:ln cap="flat" cmpd="sng" w="127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a:right>
          <a:top>
            <a:ln cap="flat" cmpd="sng" w="127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a:top>
          <a:bottom>
            <a:ln cap="flat" cmpd="sng" w="127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a:bottom>
          <a:insideH>
            <a:ln cap="flat" cmpd="sng" w="127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a:insideH>
          <a:insideV>
            <a:ln cap="flat" cmpd="sng" w="127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Style>
        <a:fill>
          <a:solidFill>
            <a:schemeClr val="accent2">
              <a:alpha val="20000"/>
            </a:schemeClr>
          </a:solidFill>
        </a:fill>
      </a:tcStyle>
    </a:band1H>
    <a:band1V>
      <a:tcStyle>
        <a:fill>
          <a:solidFill>
            <a:schemeClr val="accent2">
              <a:alpha val="20000"/>
            </a:schemeClr>
          </a:solidFill>
        </a:fill>
      </a:tcStyle>
    </a:band1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firstRow>
      <a:tcTxStyle b="on" i="off"/>
      <a:tcStyle>
        <a:tcBdr>
          <a:bottom>
            <a:ln cap="flat" cmpd="sng" w="254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-regular.fnt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Roboto-italic.fntdata"/><Relationship Id="rId10" Type="http://schemas.openxmlformats.org/officeDocument/2006/relationships/slide" Target="slides/slide5.xml"/><Relationship Id="rId32" Type="http://schemas.openxmlformats.org/officeDocument/2006/relationships/font" Target="fonts/Roboto-bold.fntdata"/><Relationship Id="rId13" Type="http://schemas.openxmlformats.org/officeDocument/2006/relationships/slide" Target="slides/slide8.xml"/><Relationship Id="rId35" Type="http://schemas.openxmlformats.org/officeDocument/2006/relationships/font" Target="fonts/Corben-regular.fntdata"/><Relationship Id="rId12" Type="http://schemas.openxmlformats.org/officeDocument/2006/relationships/slide" Target="slides/slide7.xml"/><Relationship Id="rId34" Type="http://schemas.openxmlformats.org/officeDocument/2006/relationships/font" Target="fonts/Roboto-boldItalic.fntdata"/><Relationship Id="rId15" Type="http://schemas.openxmlformats.org/officeDocument/2006/relationships/slide" Target="slides/slide10.xml"/><Relationship Id="rId37" Type="http://schemas.openxmlformats.org/officeDocument/2006/relationships/font" Target="fonts/Federo-regular.fntdata"/><Relationship Id="rId14" Type="http://schemas.openxmlformats.org/officeDocument/2006/relationships/slide" Target="slides/slide9.xml"/><Relationship Id="rId36" Type="http://schemas.openxmlformats.org/officeDocument/2006/relationships/font" Target="fonts/Corben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>
            <p:ph idx="2" type="hdr"/>
          </p:nvPr>
        </p:nvSpPr>
        <p:spPr>
          <a:xfrm>
            <a:off x="0" y="0"/>
            <a:ext cx="2971799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marL="0" marR="0" rtl="0" algn="l">
              <a:spcBef>
                <a:spcPts val="0"/>
              </a:spcBef>
              <a:defRPr b="0" baseline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marL="4572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marL="9144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marL="13716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marL="18288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marL="22860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marL="27432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marL="32004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marL="36576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" name="Shape 3"/>
          <p:cNvSpPr txBox="1"/>
          <p:nvPr>
            <p:ph idx="10" type="dt"/>
          </p:nvPr>
        </p:nvSpPr>
        <p:spPr>
          <a:xfrm>
            <a:off x="3884612" y="0"/>
            <a:ext cx="2971799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marL="0" marR="0" rtl="0" algn="r">
              <a:spcBef>
                <a:spcPts val="0"/>
              </a:spcBef>
              <a:defRPr b="0" baseline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marL="4572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marL="9144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marL="13716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marL="18288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marL="22860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marL="27432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marL="32004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marL="36576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Shape 4"/>
          <p:cNvSpPr/>
          <p:nvPr>
            <p:ph idx="3" type="sldImg"/>
          </p:nvPr>
        </p:nvSpPr>
        <p:spPr>
          <a:xfrm>
            <a:off x="1371600" y="1143000"/>
            <a:ext cx="4114800" cy="3086099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" name="Shape 5"/>
          <p:cNvSpPr txBox="1"/>
          <p:nvPr>
            <p:ph idx="1" type="body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marL="0" marR="0" rtl="0" algn="l">
              <a:spcBef>
                <a:spcPts val="0"/>
              </a:spcBef>
              <a:defRPr b="0" baseline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marL="457200" marR="0" rtl="0" algn="l">
              <a:spcBef>
                <a:spcPts val="0"/>
              </a:spcBef>
              <a:defRPr b="0" baseline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marL="914400" marR="0" rtl="0" algn="l">
              <a:spcBef>
                <a:spcPts val="0"/>
              </a:spcBef>
              <a:defRPr b="0" baseline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marL="1371600" marR="0" rtl="0" algn="l">
              <a:spcBef>
                <a:spcPts val="0"/>
              </a:spcBef>
              <a:defRPr b="0" baseline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marL="1828800" marR="0" rtl="0" algn="l">
              <a:spcBef>
                <a:spcPts val="0"/>
              </a:spcBef>
              <a:defRPr b="0" baseline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marL="2286000" marR="0" rtl="0" algn="l">
              <a:spcBef>
                <a:spcPts val="0"/>
              </a:spcBef>
              <a:defRPr b="0" baseline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marL="2743200" marR="0" rtl="0" algn="l">
              <a:spcBef>
                <a:spcPts val="0"/>
              </a:spcBef>
              <a:defRPr b="0" baseline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marL="3200400" marR="0" rtl="0" algn="l">
              <a:spcBef>
                <a:spcPts val="0"/>
              </a:spcBef>
              <a:defRPr b="0" baseline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marL="3657600" marR="0" rtl="0" algn="l">
              <a:spcBef>
                <a:spcPts val="0"/>
              </a:spcBef>
              <a:defRPr b="0" baseline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" name="Shape 6"/>
          <p:cNvSpPr txBox="1"/>
          <p:nvPr>
            <p:ph idx="11" type="ftr"/>
          </p:nvPr>
        </p:nvSpPr>
        <p:spPr>
          <a:xfrm>
            <a:off x="0" y="8685213"/>
            <a:ext cx="2971799" cy="458786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marL="0" marR="0" rtl="0" algn="l">
              <a:spcBef>
                <a:spcPts val="0"/>
              </a:spcBef>
              <a:defRPr b="0" baseline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marL="4572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marL="9144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marL="13716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marL="18288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marL="22860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marL="27432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marL="32004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marL="36576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Shape 7"/>
          <p:cNvSpPr txBox="1"/>
          <p:nvPr>
            <p:ph idx="12" type="sldNum"/>
          </p:nvPr>
        </p:nvSpPr>
        <p:spPr>
          <a:xfrm>
            <a:off x="3884612" y="8685213"/>
            <a:ext cx="2971799" cy="45878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baseline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 accent1="accent1" accent2="accent2" accent3="accent3" accent4="accent4" accent5="accent5" accent6="accent6" bg1="lt1" bg2="dk2" tx1="dk1" tx2="lt2" folHlink="folHlink" hlink="hlink"/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 90"/>
          <p:cNvSpPr/>
          <p:nvPr>
            <p:ph idx="2" type="sldImg"/>
          </p:nvPr>
        </p:nvSpPr>
        <p:spPr>
          <a:xfrm>
            <a:off x="1371600" y="1143000"/>
            <a:ext cx="4114800" cy="3086099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91" name="Shape 91"/>
          <p:cNvSpPr txBox="1"/>
          <p:nvPr>
            <p:ph idx="1" type="body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None/>
            </a:pPr>
            <a:r>
              <a:t/>
            </a:r>
            <a:endParaRPr b="0" baseline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Shape 92"/>
          <p:cNvSpPr txBox="1"/>
          <p:nvPr>
            <p:ph idx="12" type="sldNum"/>
          </p:nvPr>
        </p:nvSpPr>
        <p:spPr>
          <a:xfrm>
            <a:off x="3884612" y="8685213"/>
            <a:ext cx="2971799" cy="45878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baseline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 100"/>
          <p:cNvSpPr txBox="1"/>
          <p:nvPr>
            <p:ph idx="1" type="body"/>
          </p:nvPr>
        </p:nvSpPr>
        <p:spPr>
          <a:xfrm>
            <a:off x="685800" y="4400550"/>
            <a:ext cx="5486399" cy="3600599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01" name="Shape 101"/>
          <p:cNvSpPr/>
          <p:nvPr>
            <p:ph idx="2" type="sldImg"/>
          </p:nvPr>
        </p:nvSpPr>
        <p:spPr>
          <a:xfrm>
            <a:off x="1371600" y="1143000"/>
            <a:ext cx="4114800" cy="3086099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Shape 112"/>
          <p:cNvSpPr txBox="1"/>
          <p:nvPr>
            <p:ph idx="1" type="body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13" name="Shape 113"/>
          <p:cNvSpPr/>
          <p:nvPr>
            <p:ph idx="2" type="sldImg"/>
          </p:nvPr>
        </p:nvSpPr>
        <p:spPr>
          <a:xfrm>
            <a:off x="1371600" y="1143000"/>
            <a:ext cx="4114800" cy="3086099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123"/>
          <p:cNvSpPr txBox="1"/>
          <p:nvPr>
            <p:ph idx="1" type="body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24" name="Shape 124"/>
          <p:cNvSpPr/>
          <p:nvPr>
            <p:ph idx="2" type="sldImg"/>
          </p:nvPr>
        </p:nvSpPr>
        <p:spPr>
          <a:xfrm>
            <a:off x="1371600" y="1143000"/>
            <a:ext cx="4114800" cy="3086099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Shape 136"/>
          <p:cNvSpPr txBox="1"/>
          <p:nvPr>
            <p:ph idx="1" type="body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37" name="Shape 137"/>
          <p:cNvSpPr/>
          <p:nvPr>
            <p:ph idx="2" type="sldImg"/>
          </p:nvPr>
        </p:nvSpPr>
        <p:spPr>
          <a:xfrm>
            <a:off x="1371600" y="1143000"/>
            <a:ext cx="4114800" cy="3086099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Shape 151"/>
          <p:cNvSpPr txBox="1"/>
          <p:nvPr>
            <p:ph idx="1" type="body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52" name="Shape 152"/>
          <p:cNvSpPr/>
          <p:nvPr>
            <p:ph idx="2" type="sldImg"/>
          </p:nvPr>
        </p:nvSpPr>
        <p:spPr>
          <a:xfrm>
            <a:off x="1371600" y="1143000"/>
            <a:ext cx="4114800" cy="3086099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Shape 164"/>
          <p:cNvSpPr txBox="1"/>
          <p:nvPr>
            <p:ph idx="1" type="body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65" name="Shape 165"/>
          <p:cNvSpPr/>
          <p:nvPr>
            <p:ph idx="2" type="sldImg"/>
          </p:nvPr>
        </p:nvSpPr>
        <p:spPr>
          <a:xfrm>
            <a:off x="1371600" y="1143000"/>
            <a:ext cx="4114800" cy="3086099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Shape 176"/>
          <p:cNvSpPr txBox="1"/>
          <p:nvPr>
            <p:ph idx="1" type="body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77" name="Shape 177"/>
          <p:cNvSpPr/>
          <p:nvPr>
            <p:ph idx="2" type="sldImg"/>
          </p:nvPr>
        </p:nvSpPr>
        <p:spPr>
          <a:xfrm>
            <a:off x="1371600" y="1143000"/>
            <a:ext cx="4114800" cy="3086099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Shape 189"/>
          <p:cNvSpPr txBox="1"/>
          <p:nvPr>
            <p:ph idx="1" type="body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90" name="Shape 190"/>
          <p:cNvSpPr/>
          <p:nvPr>
            <p:ph idx="2" type="sldImg"/>
          </p:nvPr>
        </p:nvSpPr>
        <p:spPr>
          <a:xfrm>
            <a:off x="1371600" y="1143000"/>
            <a:ext cx="4114800" cy="3086099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Shape 234"/>
          <p:cNvSpPr txBox="1"/>
          <p:nvPr>
            <p:ph idx="1" type="body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35" name="Shape 235"/>
          <p:cNvSpPr/>
          <p:nvPr>
            <p:ph idx="2" type="sldImg"/>
          </p:nvPr>
        </p:nvSpPr>
        <p:spPr>
          <a:xfrm>
            <a:off x="1371600" y="1143000"/>
            <a:ext cx="4114800" cy="3086099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Shape 248"/>
          <p:cNvSpPr txBox="1"/>
          <p:nvPr>
            <p:ph idx="1" type="body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49" name="Shape 249"/>
          <p:cNvSpPr/>
          <p:nvPr>
            <p:ph idx="2" type="sldImg"/>
          </p:nvPr>
        </p:nvSpPr>
        <p:spPr>
          <a:xfrm>
            <a:off x="1371600" y="1143000"/>
            <a:ext cx="4114800" cy="3086099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Shape 294"/>
          <p:cNvSpPr txBox="1"/>
          <p:nvPr>
            <p:ph idx="1" type="body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95" name="Shape 295"/>
          <p:cNvSpPr/>
          <p:nvPr>
            <p:ph idx="2" type="sldImg"/>
          </p:nvPr>
        </p:nvSpPr>
        <p:spPr>
          <a:xfrm>
            <a:off x="1371600" y="1143000"/>
            <a:ext cx="4114800" cy="3086099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Shape 304"/>
          <p:cNvSpPr txBox="1"/>
          <p:nvPr>
            <p:ph idx="1" type="body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05" name="Shape 305"/>
          <p:cNvSpPr/>
          <p:nvPr>
            <p:ph idx="2" type="sldImg"/>
          </p:nvPr>
        </p:nvSpPr>
        <p:spPr>
          <a:xfrm>
            <a:off x="1371600" y="1143000"/>
            <a:ext cx="4114800" cy="3086099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Shape 313"/>
          <p:cNvSpPr txBox="1"/>
          <p:nvPr>
            <p:ph idx="1" type="body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14" name="Shape 314"/>
          <p:cNvSpPr/>
          <p:nvPr>
            <p:ph idx="2" type="sldImg"/>
          </p:nvPr>
        </p:nvSpPr>
        <p:spPr>
          <a:xfrm>
            <a:off x="1371600" y="1143000"/>
            <a:ext cx="4114800" cy="3086099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Shape 325"/>
          <p:cNvSpPr txBox="1"/>
          <p:nvPr>
            <p:ph idx="1" type="body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26" name="Shape 326"/>
          <p:cNvSpPr/>
          <p:nvPr>
            <p:ph idx="2" type="sldImg"/>
          </p:nvPr>
        </p:nvSpPr>
        <p:spPr>
          <a:xfrm>
            <a:off x="1371600" y="1143000"/>
            <a:ext cx="4114800" cy="3086099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Shape 341"/>
          <p:cNvSpPr txBox="1"/>
          <p:nvPr>
            <p:ph idx="1" type="body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42" name="Shape 342"/>
          <p:cNvSpPr/>
          <p:nvPr>
            <p:ph idx="2" type="sldImg"/>
          </p:nvPr>
        </p:nvSpPr>
        <p:spPr>
          <a:xfrm>
            <a:off x="1371600" y="1143000"/>
            <a:ext cx="4114800" cy="3086099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Shape 349"/>
          <p:cNvSpPr txBox="1"/>
          <p:nvPr>
            <p:ph idx="1" type="body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50" name="Shape 350"/>
          <p:cNvSpPr/>
          <p:nvPr>
            <p:ph idx="2" type="sldImg"/>
          </p:nvPr>
        </p:nvSpPr>
        <p:spPr>
          <a:xfrm>
            <a:off x="1371600" y="1143000"/>
            <a:ext cx="4114800" cy="3086099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Shape 359"/>
          <p:cNvSpPr txBox="1"/>
          <p:nvPr>
            <p:ph idx="1" type="body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60" name="Shape 360"/>
          <p:cNvSpPr/>
          <p:nvPr>
            <p:ph idx="2" type="sldImg"/>
          </p:nvPr>
        </p:nvSpPr>
        <p:spPr>
          <a:xfrm>
            <a:off x="1371600" y="1143000"/>
            <a:ext cx="4114800" cy="3086099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Shape 368"/>
          <p:cNvSpPr txBox="1"/>
          <p:nvPr>
            <p:ph idx="1" type="body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69" name="Shape 369"/>
          <p:cNvSpPr/>
          <p:nvPr>
            <p:ph idx="2" type="sldImg"/>
          </p:nvPr>
        </p:nvSpPr>
        <p:spPr>
          <a:xfrm>
            <a:off x="1371600" y="1143000"/>
            <a:ext cx="4114800" cy="3086099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Shape 376"/>
          <p:cNvSpPr txBox="1"/>
          <p:nvPr>
            <p:ph idx="1" type="body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77" name="Shape 377"/>
          <p:cNvSpPr/>
          <p:nvPr>
            <p:ph idx="2" type="sldImg"/>
          </p:nvPr>
        </p:nvSpPr>
        <p:spPr>
          <a:xfrm>
            <a:off x="1371600" y="1143000"/>
            <a:ext cx="4114800" cy="3086099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Shape 384"/>
          <p:cNvSpPr txBox="1"/>
          <p:nvPr>
            <p:ph idx="1" type="body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85" name="Shape 385"/>
          <p:cNvSpPr/>
          <p:nvPr>
            <p:ph idx="2" type="sldImg"/>
          </p:nvPr>
        </p:nvSpPr>
        <p:spPr>
          <a:xfrm>
            <a:off x="1371600" y="1143000"/>
            <a:ext cx="4114800" cy="3086099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Shape 390"/>
          <p:cNvSpPr txBox="1"/>
          <p:nvPr>
            <p:ph idx="1" type="body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91" name="Shape 391"/>
          <p:cNvSpPr/>
          <p:nvPr>
            <p:ph idx="2" type="sldImg"/>
          </p:nvPr>
        </p:nvSpPr>
        <p:spPr>
          <a:xfrm>
            <a:off x="1371600" y="1143000"/>
            <a:ext cx="4114800" cy="3086099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Shape 400"/>
          <p:cNvSpPr txBox="1"/>
          <p:nvPr>
            <p:ph idx="1" type="body"/>
          </p:nvPr>
        </p:nvSpPr>
        <p:spPr>
          <a:xfrm>
            <a:off x="685800" y="4400550"/>
            <a:ext cx="5486399" cy="3600599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401" name="Shape 401"/>
          <p:cNvSpPr/>
          <p:nvPr>
            <p:ph idx="2" type="sldImg"/>
          </p:nvPr>
        </p:nvSpPr>
        <p:spPr>
          <a:xfrm>
            <a:off x="1371600" y="1143000"/>
            <a:ext cx="4114800" cy="3086099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/>
          <p:nvPr>
            <p:ph idx="1" type="body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410" name="Shape 410"/>
          <p:cNvSpPr/>
          <p:nvPr>
            <p:ph idx="2" type="sldImg"/>
          </p:nvPr>
        </p:nvSpPr>
        <p:spPr>
          <a:xfrm>
            <a:off x="1371600" y="1143000"/>
            <a:ext cx="4114800" cy="3086099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Shape 418"/>
          <p:cNvSpPr txBox="1"/>
          <p:nvPr>
            <p:ph idx="1" type="body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419" name="Shape 419"/>
          <p:cNvSpPr/>
          <p:nvPr>
            <p:ph idx="2" type="sldImg"/>
          </p:nvPr>
        </p:nvSpPr>
        <p:spPr>
          <a:xfrm>
            <a:off x="1371600" y="1143000"/>
            <a:ext cx="4114800" cy="3086099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itle">
  <p:cSld name="Title Slid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15"/>
          <p:cNvSpPr txBox="1"/>
          <p:nvPr>
            <p:ph type="ctrTitle"/>
          </p:nvPr>
        </p:nvSpPr>
        <p:spPr>
          <a:xfrm>
            <a:off x="685800" y="1122362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marL="0" marR="0" rtl="0" algn="ctr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Font typeface="Calibri"/>
              <a:buNone/>
              <a:defRPr b="0" baseline="0" i="0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marL="0" marR="0" rtl="0" algn="l">
              <a:spcBef>
                <a:spcPts val="0"/>
              </a:spcBef>
              <a:defRPr/>
            </a:lvl2pPr>
            <a:lvl3pPr indent="0" marL="0" marR="0" rtl="0" algn="l">
              <a:spcBef>
                <a:spcPts val="0"/>
              </a:spcBef>
              <a:defRPr/>
            </a:lvl3pPr>
            <a:lvl4pPr indent="0" marL="0" marR="0" rtl="0" algn="l">
              <a:spcBef>
                <a:spcPts val="0"/>
              </a:spcBef>
              <a:defRPr/>
            </a:lvl4pPr>
            <a:lvl5pPr indent="0" marL="0" marR="0" rtl="0" algn="l">
              <a:spcBef>
                <a:spcPts val="0"/>
              </a:spcBef>
              <a:defRPr/>
            </a:lvl5pPr>
            <a:lvl6pPr indent="0" marL="0" marR="0" rtl="0" algn="l">
              <a:spcBef>
                <a:spcPts val="0"/>
              </a:spcBef>
              <a:defRPr/>
            </a:lvl6pPr>
            <a:lvl7pPr indent="0" marL="0" marR="0" rtl="0" algn="l">
              <a:spcBef>
                <a:spcPts val="0"/>
              </a:spcBef>
              <a:defRPr/>
            </a:lvl7pPr>
            <a:lvl8pPr indent="0" marL="0" marR="0" rtl="0" algn="l">
              <a:spcBef>
                <a:spcPts val="0"/>
              </a:spcBef>
              <a:defRPr/>
            </a:lvl8pPr>
            <a:lvl9pPr indent="0" marL="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16" name="Shape 16"/>
          <p:cNvSpPr txBox="1"/>
          <p:nvPr>
            <p:ph idx="1" type="subTitle"/>
          </p:nvPr>
        </p:nvSpPr>
        <p:spPr>
          <a:xfrm>
            <a:off x="1143000" y="3602037"/>
            <a:ext cx="6858000" cy="165576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marL="0" marR="0" rtl="0" algn="ctr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Font typeface="Arial"/>
              <a:buNone/>
              <a:defRPr b="0" baseline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marL="457200" marR="0" rtl="0" algn="ctr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b="0" baseline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marL="914400" marR="0" rtl="0" algn="ctr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marL="1371600" marR="0" rtl="0" algn="ctr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b="0" baseline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marL="1828800" marR="0" rtl="0" algn="ctr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b="0" baseline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marL="2286000" marR="0" rtl="0" algn="ctr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b="0" baseline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marL="2743200" marR="0" rtl="0" algn="ctr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b="0" baseline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marL="3200400" marR="0" rtl="0" algn="ctr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b="0" baseline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marL="3657600" marR="0" rtl="0" algn="ctr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b="0" baseline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" name="Shape 1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marL="0" marR="0" rtl="0" algn="l">
              <a:spcBef>
                <a:spcPts val="0"/>
              </a:spcBef>
              <a:defRPr b="0" baseline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marL="4572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marL="9144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marL="13716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marL="18288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marL="22860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marL="27432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marL="32004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marL="36576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Shape 18"/>
          <p:cNvSpPr txBox="1"/>
          <p:nvPr>
            <p:ph idx="11" type="ftr"/>
          </p:nvPr>
        </p:nvSpPr>
        <p:spPr>
          <a:xfrm>
            <a:off x="3028950" y="6356351"/>
            <a:ext cx="30860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marL="0" marR="0" rtl="0" algn="ctr">
              <a:spcBef>
                <a:spcPts val="0"/>
              </a:spcBef>
              <a:defRPr b="0" baseline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marL="4572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marL="9144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marL="13716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marL="18288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marL="22860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marL="27432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marL="32004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marL="36576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" name="Shape 1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baseline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blank">
  <p:cSld name="Blank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marL="0" marR="0" rtl="0" algn="l">
              <a:spcBef>
                <a:spcPts val="0"/>
              </a:spcBef>
              <a:defRPr b="0" baseline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marL="4572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marL="9144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marL="13716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marL="18288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marL="22860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marL="27432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marL="32004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marL="36576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Shape 22"/>
          <p:cNvSpPr txBox="1"/>
          <p:nvPr>
            <p:ph idx="11" type="ftr"/>
          </p:nvPr>
        </p:nvSpPr>
        <p:spPr>
          <a:xfrm>
            <a:off x="3028950" y="6356351"/>
            <a:ext cx="30860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marL="0" marR="0" rtl="0" algn="ctr">
              <a:spcBef>
                <a:spcPts val="0"/>
              </a:spcBef>
              <a:defRPr b="0" baseline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marL="4572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marL="9144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marL="13716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marL="18288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marL="22860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marL="27432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marL="32004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marL="36576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Shape 2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baseline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obj">
  <p:cSld name="Title and Conten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/>
          <p:nvPr>
            <p:ph type="title"/>
          </p:nvPr>
        </p:nvSpPr>
        <p:spPr>
          <a:xfrm>
            <a:off x="628650" y="365126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rtl="0" algn="l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/>
        </p:txBody>
      </p:sp>
      <p:sp>
        <p:nvSpPr>
          <p:cNvPr id="26" name="Shape 26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50800" marL="228600" rtl="0" algn="l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Font typeface="Arial"/>
              <a:buChar char="•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76200" marL="68580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Char char="•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101600" marL="114300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14300" marL="160020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114300" marL="205740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114300" marL="251460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14300" marL="297180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114300" marL="342900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14300" marL="388620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" name="Shape 2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marL="0" marR="0" rtl="0" algn="l">
              <a:spcBef>
                <a:spcPts val="0"/>
              </a:spcBef>
              <a:defRPr b="0" baseline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marL="4572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marL="9144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marL="13716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marL="18288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marL="22860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marL="27432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marL="32004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marL="36576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" name="Shape 28"/>
          <p:cNvSpPr txBox="1"/>
          <p:nvPr>
            <p:ph idx="11" type="ftr"/>
          </p:nvPr>
        </p:nvSpPr>
        <p:spPr>
          <a:xfrm>
            <a:off x="3028950" y="6356351"/>
            <a:ext cx="30860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marL="0" marR="0" rtl="0" algn="ctr">
              <a:spcBef>
                <a:spcPts val="0"/>
              </a:spcBef>
              <a:defRPr b="0" baseline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marL="4572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marL="9144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marL="13716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marL="18288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marL="22860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marL="27432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marL="32004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marL="36576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" name="Shape 2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baseline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secHead">
  <p:cSld name="Section 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31"/>
          <p:cNvSpPr txBox="1"/>
          <p:nvPr>
            <p:ph type="title"/>
          </p:nvPr>
        </p:nvSpPr>
        <p:spPr>
          <a:xfrm>
            <a:off x="623887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rtl="0">
              <a:spcBef>
                <a:spcPts val="0"/>
              </a:spcBef>
              <a:defRPr sz="6000"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/>
        </p:txBody>
      </p:sp>
      <p:sp>
        <p:nvSpPr>
          <p:cNvPr id="32" name="Shape 32"/>
          <p:cNvSpPr txBox="1"/>
          <p:nvPr>
            <p:ph idx="1" type="body"/>
          </p:nvPr>
        </p:nvSpPr>
        <p:spPr>
          <a:xfrm>
            <a:off x="623887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marL="0" rtl="0">
              <a:spcBef>
                <a:spcPts val="0"/>
              </a:spcBef>
              <a:buClr>
                <a:schemeClr val="dk1"/>
              </a:buClr>
              <a:buFont typeface="Calibri"/>
              <a:buNone/>
              <a:defRPr sz="2400">
                <a:solidFill>
                  <a:schemeClr val="dk1"/>
                </a:solidFill>
              </a:defRPr>
            </a:lvl1pPr>
            <a:lvl2pPr indent="0" marL="457200" rtl="0">
              <a:spcBef>
                <a:spcPts val="0"/>
              </a:spcBef>
              <a:buClr>
                <a:srgbClr val="888888"/>
              </a:buClr>
              <a:buFont typeface="Calibri"/>
              <a:buNone/>
              <a:defRPr sz="2000">
                <a:solidFill>
                  <a:srgbClr val="888888"/>
                </a:solidFill>
              </a:defRPr>
            </a:lvl2pPr>
            <a:lvl3pPr indent="0" marL="914400" rtl="0">
              <a:spcBef>
                <a:spcPts val="0"/>
              </a:spcBef>
              <a:buClr>
                <a:srgbClr val="888888"/>
              </a:buClr>
              <a:buFont typeface="Calibri"/>
              <a:buNone/>
              <a:defRPr sz="1800">
                <a:solidFill>
                  <a:srgbClr val="888888"/>
                </a:solidFill>
              </a:defRPr>
            </a:lvl3pPr>
            <a:lvl4pPr indent="0" marL="1371600" rtl="0">
              <a:spcBef>
                <a:spcPts val="0"/>
              </a:spcBef>
              <a:buClr>
                <a:srgbClr val="888888"/>
              </a:buClr>
              <a:buFont typeface="Calibri"/>
              <a:buNone/>
              <a:defRPr sz="1600">
                <a:solidFill>
                  <a:srgbClr val="888888"/>
                </a:solidFill>
              </a:defRPr>
            </a:lvl4pPr>
            <a:lvl5pPr indent="0" marL="1828800" rtl="0">
              <a:spcBef>
                <a:spcPts val="0"/>
              </a:spcBef>
              <a:buClr>
                <a:srgbClr val="888888"/>
              </a:buClr>
              <a:buFont typeface="Calibri"/>
              <a:buNone/>
              <a:defRPr sz="1600">
                <a:solidFill>
                  <a:srgbClr val="888888"/>
                </a:solidFill>
              </a:defRPr>
            </a:lvl5pPr>
            <a:lvl6pPr indent="0" marL="2286000" rtl="0">
              <a:spcBef>
                <a:spcPts val="0"/>
              </a:spcBef>
              <a:buClr>
                <a:srgbClr val="888888"/>
              </a:buClr>
              <a:buFont typeface="Calibri"/>
              <a:buNone/>
              <a:defRPr sz="1600">
                <a:solidFill>
                  <a:srgbClr val="888888"/>
                </a:solidFill>
              </a:defRPr>
            </a:lvl6pPr>
            <a:lvl7pPr indent="0" marL="2743200" rtl="0">
              <a:spcBef>
                <a:spcPts val="0"/>
              </a:spcBef>
              <a:buClr>
                <a:srgbClr val="888888"/>
              </a:buClr>
              <a:buFont typeface="Calibri"/>
              <a:buNone/>
              <a:defRPr sz="1600">
                <a:solidFill>
                  <a:srgbClr val="888888"/>
                </a:solidFill>
              </a:defRPr>
            </a:lvl7pPr>
            <a:lvl8pPr indent="0" marL="3200400" rtl="0">
              <a:spcBef>
                <a:spcPts val="0"/>
              </a:spcBef>
              <a:buClr>
                <a:srgbClr val="888888"/>
              </a:buClr>
              <a:buFont typeface="Calibri"/>
              <a:buNone/>
              <a:defRPr sz="1600">
                <a:solidFill>
                  <a:srgbClr val="888888"/>
                </a:solidFill>
              </a:defRPr>
            </a:lvl8pPr>
            <a:lvl9pPr indent="0" marL="3657600" rtl="0">
              <a:spcBef>
                <a:spcPts val="0"/>
              </a:spcBef>
              <a:buClr>
                <a:srgbClr val="888888"/>
              </a:buClr>
              <a:buFont typeface="Calibri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3" name="Shape 3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marL="0" marR="0" rtl="0" algn="l">
              <a:spcBef>
                <a:spcPts val="0"/>
              </a:spcBef>
              <a:defRPr b="0" baseline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marL="4572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marL="9144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marL="13716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marL="18288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marL="22860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marL="27432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marL="32004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marL="36576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" name="Shape 34"/>
          <p:cNvSpPr txBox="1"/>
          <p:nvPr>
            <p:ph idx="11" type="ftr"/>
          </p:nvPr>
        </p:nvSpPr>
        <p:spPr>
          <a:xfrm>
            <a:off x="3028950" y="6356351"/>
            <a:ext cx="30860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marL="0" marR="0" rtl="0" algn="ctr">
              <a:spcBef>
                <a:spcPts val="0"/>
              </a:spcBef>
              <a:defRPr b="0" baseline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marL="4572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marL="9144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marL="13716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marL="18288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marL="22860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marL="27432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marL="32004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marL="36576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" name="Shape 3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baseline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woObj">
  <p:cSld name="Two Conte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7"/>
          <p:cNvSpPr txBox="1"/>
          <p:nvPr>
            <p:ph type="title"/>
          </p:nvPr>
        </p:nvSpPr>
        <p:spPr>
          <a:xfrm>
            <a:off x="628650" y="365126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rtl="0" algn="l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/>
        </p:txBody>
      </p:sp>
      <p:sp>
        <p:nvSpPr>
          <p:cNvPr id="38" name="Shape 38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50800" marL="228600" rtl="0" algn="l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Font typeface="Arial"/>
              <a:buChar char="•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76200" marL="68580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Char char="•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101600" marL="114300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14300" marL="160020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114300" marL="205740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114300" marL="251460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14300" marL="297180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114300" marL="342900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14300" marL="388620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Shape 39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50800" marL="228600" rtl="0" algn="l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Font typeface="Arial"/>
              <a:buChar char="•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76200" marL="68580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Char char="•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101600" marL="114300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14300" marL="160020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114300" marL="205740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114300" marL="251460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14300" marL="297180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114300" marL="342900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14300" marL="388620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Shape 4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marL="0" marR="0" rtl="0" algn="l">
              <a:spcBef>
                <a:spcPts val="0"/>
              </a:spcBef>
              <a:defRPr b="0" baseline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marL="4572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marL="9144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marL="13716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marL="18288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marL="22860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marL="27432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marL="32004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marL="36576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1" name="Shape 41"/>
          <p:cNvSpPr txBox="1"/>
          <p:nvPr>
            <p:ph idx="11" type="ftr"/>
          </p:nvPr>
        </p:nvSpPr>
        <p:spPr>
          <a:xfrm>
            <a:off x="3028950" y="6356351"/>
            <a:ext cx="30860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marL="0" marR="0" rtl="0" algn="ctr">
              <a:spcBef>
                <a:spcPts val="0"/>
              </a:spcBef>
              <a:defRPr b="0" baseline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marL="4572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marL="9144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marL="13716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marL="18288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marL="22860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marL="27432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marL="32004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marL="36576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" name="Shape 4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baseline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woTxTwoObj">
  <p:cSld name="Comparison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44"/>
          <p:cNvSpPr txBox="1"/>
          <p:nvPr>
            <p:ph type="title"/>
          </p:nvPr>
        </p:nvSpPr>
        <p:spPr>
          <a:xfrm>
            <a:off x="629841" y="365126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rtl="0" algn="l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/>
        </p:txBody>
      </p:sp>
      <p:sp>
        <p:nvSpPr>
          <p:cNvPr id="45" name="Shape 45"/>
          <p:cNvSpPr txBox="1"/>
          <p:nvPr>
            <p:ph idx="1" type="body"/>
          </p:nvPr>
        </p:nvSpPr>
        <p:spPr>
          <a:xfrm>
            <a:off x="629841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marL="0" rtl="0">
              <a:spcBef>
                <a:spcPts val="0"/>
              </a:spcBef>
              <a:buFont typeface="Calibri"/>
              <a:buNone/>
              <a:defRPr b="1" sz="2400"/>
            </a:lvl1pPr>
            <a:lvl2pPr indent="0" marL="457200" rtl="0">
              <a:spcBef>
                <a:spcPts val="0"/>
              </a:spcBef>
              <a:buFont typeface="Calibri"/>
              <a:buNone/>
              <a:defRPr b="1" sz="2000"/>
            </a:lvl2pPr>
            <a:lvl3pPr indent="0" marL="914400" rtl="0">
              <a:spcBef>
                <a:spcPts val="0"/>
              </a:spcBef>
              <a:buFont typeface="Calibri"/>
              <a:buNone/>
              <a:defRPr b="1" sz="1800"/>
            </a:lvl3pPr>
            <a:lvl4pPr indent="0" marL="1371600" rtl="0">
              <a:spcBef>
                <a:spcPts val="0"/>
              </a:spcBef>
              <a:buFont typeface="Calibri"/>
              <a:buNone/>
              <a:defRPr b="1" sz="1600"/>
            </a:lvl4pPr>
            <a:lvl5pPr indent="0" marL="1828800" rtl="0">
              <a:spcBef>
                <a:spcPts val="0"/>
              </a:spcBef>
              <a:buFont typeface="Calibri"/>
              <a:buNone/>
              <a:defRPr b="1" sz="1600"/>
            </a:lvl5pPr>
            <a:lvl6pPr indent="0" marL="2286000" rtl="0">
              <a:spcBef>
                <a:spcPts val="0"/>
              </a:spcBef>
              <a:buFont typeface="Calibri"/>
              <a:buNone/>
              <a:defRPr b="1" sz="1600"/>
            </a:lvl6pPr>
            <a:lvl7pPr indent="0" marL="2743200" rtl="0">
              <a:spcBef>
                <a:spcPts val="0"/>
              </a:spcBef>
              <a:buFont typeface="Calibri"/>
              <a:buNone/>
              <a:defRPr b="1" sz="1600"/>
            </a:lvl7pPr>
            <a:lvl8pPr indent="0" marL="3200400" rtl="0">
              <a:spcBef>
                <a:spcPts val="0"/>
              </a:spcBef>
              <a:buFont typeface="Calibri"/>
              <a:buNone/>
              <a:defRPr b="1" sz="1600"/>
            </a:lvl8pPr>
            <a:lvl9pPr indent="0" marL="3657600" rtl="0">
              <a:spcBef>
                <a:spcPts val="0"/>
              </a:spcBef>
              <a:buFont typeface="Calibri"/>
              <a:buNone/>
              <a:defRPr b="1" sz="1600"/>
            </a:lvl9pPr>
          </a:lstStyle>
          <a:p/>
        </p:txBody>
      </p:sp>
      <p:sp>
        <p:nvSpPr>
          <p:cNvPr id="46" name="Shape 46"/>
          <p:cNvSpPr txBox="1"/>
          <p:nvPr>
            <p:ph idx="2" type="body"/>
          </p:nvPr>
        </p:nvSpPr>
        <p:spPr>
          <a:xfrm>
            <a:off x="629841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50800" marL="228600" rtl="0" algn="l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Font typeface="Arial"/>
              <a:buChar char="•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76200" marL="68580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Char char="•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101600" marL="114300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14300" marL="160020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114300" marL="205740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114300" marL="251460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14300" marL="297180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114300" marL="342900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14300" marL="388620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7" name="Shape 47"/>
          <p:cNvSpPr txBox="1"/>
          <p:nvPr>
            <p:ph idx="3" type="body"/>
          </p:nvPr>
        </p:nvSpPr>
        <p:spPr>
          <a:xfrm>
            <a:off x="4629150" y="1681163"/>
            <a:ext cx="388739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marL="0" rtl="0">
              <a:spcBef>
                <a:spcPts val="0"/>
              </a:spcBef>
              <a:buFont typeface="Calibri"/>
              <a:buNone/>
              <a:defRPr b="1" sz="2400"/>
            </a:lvl1pPr>
            <a:lvl2pPr indent="0" marL="457200" rtl="0">
              <a:spcBef>
                <a:spcPts val="0"/>
              </a:spcBef>
              <a:buFont typeface="Calibri"/>
              <a:buNone/>
              <a:defRPr b="1" sz="2000"/>
            </a:lvl2pPr>
            <a:lvl3pPr indent="0" marL="914400" rtl="0">
              <a:spcBef>
                <a:spcPts val="0"/>
              </a:spcBef>
              <a:buFont typeface="Calibri"/>
              <a:buNone/>
              <a:defRPr b="1" sz="1800"/>
            </a:lvl3pPr>
            <a:lvl4pPr indent="0" marL="1371600" rtl="0">
              <a:spcBef>
                <a:spcPts val="0"/>
              </a:spcBef>
              <a:buFont typeface="Calibri"/>
              <a:buNone/>
              <a:defRPr b="1" sz="1600"/>
            </a:lvl4pPr>
            <a:lvl5pPr indent="0" marL="1828800" rtl="0">
              <a:spcBef>
                <a:spcPts val="0"/>
              </a:spcBef>
              <a:buFont typeface="Calibri"/>
              <a:buNone/>
              <a:defRPr b="1" sz="1600"/>
            </a:lvl5pPr>
            <a:lvl6pPr indent="0" marL="2286000" rtl="0">
              <a:spcBef>
                <a:spcPts val="0"/>
              </a:spcBef>
              <a:buFont typeface="Calibri"/>
              <a:buNone/>
              <a:defRPr b="1" sz="1600"/>
            </a:lvl6pPr>
            <a:lvl7pPr indent="0" marL="2743200" rtl="0">
              <a:spcBef>
                <a:spcPts val="0"/>
              </a:spcBef>
              <a:buFont typeface="Calibri"/>
              <a:buNone/>
              <a:defRPr b="1" sz="1600"/>
            </a:lvl7pPr>
            <a:lvl8pPr indent="0" marL="3200400" rtl="0">
              <a:spcBef>
                <a:spcPts val="0"/>
              </a:spcBef>
              <a:buFont typeface="Calibri"/>
              <a:buNone/>
              <a:defRPr b="1" sz="1600"/>
            </a:lvl8pPr>
            <a:lvl9pPr indent="0" marL="3657600" rtl="0">
              <a:spcBef>
                <a:spcPts val="0"/>
              </a:spcBef>
              <a:buFont typeface="Calibri"/>
              <a:buNone/>
              <a:defRPr b="1" sz="1600"/>
            </a:lvl9pPr>
          </a:lstStyle>
          <a:p/>
        </p:txBody>
      </p:sp>
      <p:sp>
        <p:nvSpPr>
          <p:cNvPr id="48" name="Shape 48"/>
          <p:cNvSpPr txBox="1"/>
          <p:nvPr>
            <p:ph idx="4" type="body"/>
          </p:nvPr>
        </p:nvSpPr>
        <p:spPr>
          <a:xfrm>
            <a:off x="4629150" y="2505075"/>
            <a:ext cx="388739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50800" marL="228600" rtl="0" algn="l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Font typeface="Arial"/>
              <a:buChar char="•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76200" marL="68580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Char char="•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101600" marL="114300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14300" marL="160020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114300" marL="205740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114300" marL="251460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14300" marL="297180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114300" marL="342900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14300" marL="388620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Shape 4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marL="0" marR="0" rtl="0" algn="l">
              <a:spcBef>
                <a:spcPts val="0"/>
              </a:spcBef>
              <a:defRPr b="0" baseline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marL="4572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marL="9144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marL="13716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marL="18288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marL="22860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marL="27432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marL="32004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marL="36576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0" name="Shape 50"/>
          <p:cNvSpPr txBox="1"/>
          <p:nvPr>
            <p:ph idx="11" type="ftr"/>
          </p:nvPr>
        </p:nvSpPr>
        <p:spPr>
          <a:xfrm>
            <a:off x="3028950" y="6356351"/>
            <a:ext cx="30860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marL="0" marR="0" rtl="0" algn="ctr">
              <a:spcBef>
                <a:spcPts val="0"/>
              </a:spcBef>
              <a:defRPr b="0" baseline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marL="4572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marL="9144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marL="13716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marL="18288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marL="22860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marL="27432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marL="32004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marL="36576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1" name="Shape 5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baseline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itleOnly">
  <p:cSld name="Title 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53"/>
          <p:cNvSpPr txBox="1"/>
          <p:nvPr>
            <p:ph type="title"/>
          </p:nvPr>
        </p:nvSpPr>
        <p:spPr>
          <a:xfrm>
            <a:off x="628650" y="365126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rtl="0" algn="l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/>
        </p:txBody>
      </p:sp>
      <p:sp>
        <p:nvSpPr>
          <p:cNvPr id="54" name="Shape 5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marL="0" marR="0" rtl="0" algn="l">
              <a:spcBef>
                <a:spcPts val="0"/>
              </a:spcBef>
              <a:defRPr b="0" baseline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marL="4572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marL="9144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marL="13716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marL="18288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marL="22860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marL="27432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marL="32004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marL="36576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Shape 55"/>
          <p:cNvSpPr txBox="1"/>
          <p:nvPr>
            <p:ph idx="11" type="ftr"/>
          </p:nvPr>
        </p:nvSpPr>
        <p:spPr>
          <a:xfrm>
            <a:off x="3028950" y="6356351"/>
            <a:ext cx="30860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marL="0" marR="0" rtl="0" algn="ctr">
              <a:spcBef>
                <a:spcPts val="0"/>
              </a:spcBef>
              <a:defRPr b="0" baseline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marL="4572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marL="9144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marL="13716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marL="18288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marL="22860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marL="27432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marL="32004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marL="36576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Shape 5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baseline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objTx">
  <p:cSld name="Content with Caption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58"/>
          <p:cNvSpPr txBox="1"/>
          <p:nvPr>
            <p:ph type="title"/>
          </p:nvPr>
        </p:nvSpPr>
        <p:spPr>
          <a:xfrm>
            <a:off x="629841" y="457200"/>
            <a:ext cx="2949178" cy="16001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rtl="0">
              <a:spcBef>
                <a:spcPts val="0"/>
              </a:spcBef>
              <a:defRPr sz="3200"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/>
        </p:txBody>
      </p:sp>
      <p:sp>
        <p:nvSpPr>
          <p:cNvPr id="59" name="Shape 59"/>
          <p:cNvSpPr txBox="1"/>
          <p:nvPr>
            <p:ph idx="1" type="body"/>
          </p:nvPr>
        </p:nvSpPr>
        <p:spPr>
          <a:xfrm>
            <a:off x="3887391" y="987425"/>
            <a:ext cx="4629150" cy="48736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rtl="0">
              <a:spcBef>
                <a:spcPts val="0"/>
              </a:spcBef>
              <a:defRPr sz="3200"/>
            </a:lvl1pPr>
            <a:lvl2pPr rtl="0">
              <a:spcBef>
                <a:spcPts val="0"/>
              </a:spcBef>
              <a:defRPr sz="2800"/>
            </a:lvl2pPr>
            <a:lvl3pPr rtl="0">
              <a:spcBef>
                <a:spcPts val="0"/>
              </a:spcBef>
              <a:defRPr sz="2400"/>
            </a:lvl3pPr>
            <a:lvl4pPr rtl="0">
              <a:spcBef>
                <a:spcPts val="0"/>
              </a:spcBef>
              <a:defRPr sz="2000"/>
            </a:lvl4pPr>
            <a:lvl5pPr rtl="0">
              <a:spcBef>
                <a:spcPts val="0"/>
              </a:spcBef>
              <a:defRPr sz="2000"/>
            </a:lvl5pPr>
            <a:lvl6pPr rtl="0">
              <a:spcBef>
                <a:spcPts val="0"/>
              </a:spcBef>
              <a:defRPr sz="2000"/>
            </a:lvl6pPr>
            <a:lvl7pPr rtl="0">
              <a:spcBef>
                <a:spcPts val="0"/>
              </a:spcBef>
              <a:defRPr sz="2000"/>
            </a:lvl7pPr>
            <a:lvl8pPr rtl="0">
              <a:spcBef>
                <a:spcPts val="0"/>
              </a:spcBef>
              <a:defRPr sz="2000"/>
            </a:lvl8pPr>
            <a:lvl9pPr rtl="0">
              <a:spcBef>
                <a:spcPts val="0"/>
              </a:spcBef>
              <a:defRPr sz="2000"/>
            </a:lvl9pPr>
          </a:lstStyle>
          <a:p/>
        </p:txBody>
      </p:sp>
      <p:sp>
        <p:nvSpPr>
          <p:cNvPr id="60" name="Shape 60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marL="0" rtl="0">
              <a:spcBef>
                <a:spcPts val="0"/>
              </a:spcBef>
              <a:buFont typeface="Calibri"/>
              <a:buNone/>
              <a:defRPr sz="1600"/>
            </a:lvl1pPr>
            <a:lvl2pPr indent="0" marL="457200" rtl="0">
              <a:spcBef>
                <a:spcPts val="0"/>
              </a:spcBef>
              <a:buFont typeface="Calibri"/>
              <a:buNone/>
              <a:defRPr sz="1400"/>
            </a:lvl2pPr>
            <a:lvl3pPr indent="0" marL="914400" rtl="0">
              <a:spcBef>
                <a:spcPts val="0"/>
              </a:spcBef>
              <a:buFont typeface="Calibri"/>
              <a:buNone/>
              <a:defRPr sz="1200"/>
            </a:lvl3pPr>
            <a:lvl4pPr indent="0" marL="1371600" rtl="0">
              <a:spcBef>
                <a:spcPts val="0"/>
              </a:spcBef>
              <a:buFont typeface="Calibri"/>
              <a:buNone/>
              <a:defRPr sz="1000"/>
            </a:lvl4pPr>
            <a:lvl5pPr indent="0" marL="1828800" rtl="0">
              <a:spcBef>
                <a:spcPts val="0"/>
              </a:spcBef>
              <a:buFont typeface="Calibri"/>
              <a:buNone/>
              <a:defRPr sz="1000"/>
            </a:lvl5pPr>
            <a:lvl6pPr indent="0" marL="2286000" rtl="0">
              <a:spcBef>
                <a:spcPts val="0"/>
              </a:spcBef>
              <a:buFont typeface="Calibri"/>
              <a:buNone/>
              <a:defRPr sz="1000"/>
            </a:lvl6pPr>
            <a:lvl7pPr indent="0" marL="2743200" rtl="0">
              <a:spcBef>
                <a:spcPts val="0"/>
              </a:spcBef>
              <a:buFont typeface="Calibri"/>
              <a:buNone/>
              <a:defRPr sz="1000"/>
            </a:lvl7pPr>
            <a:lvl8pPr indent="0" marL="3200400" rtl="0">
              <a:spcBef>
                <a:spcPts val="0"/>
              </a:spcBef>
              <a:buFont typeface="Calibri"/>
              <a:buNone/>
              <a:defRPr sz="1000"/>
            </a:lvl8pPr>
            <a:lvl9pPr indent="0" marL="3657600" rtl="0">
              <a:spcBef>
                <a:spcPts val="0"/>
              </a:spcBef>
              <a:buFont typeface="Calibri"/>
              <a:buNone/>
              <a:defRPr sz="1000"/>
            </a:lvl9pPr>
          </a:lstStyle>
          <a:p/>
        </p:txBody>
      </p:sp>
      <p:sp>
        <p:nvSpPr>
          <p:cNvPr id="61" name="Shape 6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marL="0" marR="0" rtl="0" algn="l">
              <a:spcBef>
                <a:spcPts val="0"/>
              </a:spcBef>
              <a:defRPr b="0" baseline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marL="4572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marL="9144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marL="13716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marL="18288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marL="22860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marL="27432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marL="32004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marL="36576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Shape 62"/>
          <p:cNvSpPr txBox="1"/>
          <p:nvPr>
            <p:ph idx="11" type="ftr"/>
          </p:nvPr>
        </p:nvSpPr>
        <p:spPr>
          <a:xfrm>
            <a:off x="3028950" y="6356351"/>
            <a:ext cx="30860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marL="0" marR="0" rtl="0" algn="ctr">
              <a:spcBef>
                <a:spcPts val="0"/>
              </a:spcBef>
              <a:defRPr b="0" baseline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marL="4572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marL="9144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marL="13716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marL="18288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marL="22860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marL="27432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marL="32004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marL="36576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3" name="Shape 6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baseline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picTx">
  <p:cSld name="Picture with Caption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65"/>
          <p:cNvSpPr txBox="1"/>
          <p:nvPr>
            <p:ph type="title"/>
          </p:nvPr>
        </p:nvSpPr>
        <p:spPr>
          <a:xfrm>
            <a:off x="629841" y="457200"/>
            <a:ext cx="2949178" cy="16001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rtl="0">
              <a:spcBef>
                <a:spcPts val="0"/>
              </a:spcBef>
              <a:defRPr sz="3200"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/>
        </p:txBody>
      </p:sp>
      <p:sp>
        <p:nvSpPr>
          <p:cNvPr id="66" name="Shape 66"/>
          <p:cNvSpPr/>
          <p:nvPr>
            <p:ph idx="2" type="pic"/>
          </p:nvPr>
        </p:nvSpPr>
        <p:spPr>
          <a:xfrm>
            <a:off x="3887391" y="987425"/>
            <a:ext cx="4629150" cy="48736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marL="0" marR="0" rtl="0" algn="l">
              <a:spcBef>
                <a:spcPts val="0"/>
              </a:spcBef>
              <a:buClr>
                <a:srgbClr val="888888"/>
              </a:buClr>
              <a:buFont typeface="Calibri"/>
              <a:buNone/>
              <a:defRPr b="0" baseline="0" i="0" sz="3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marL="457200" marR="0" rtl="0" algn="l">
              <a:spcBef>
                <a:spcPts val="0"/>
              </a:spcBef>
              <a:buClr>
                <a:schemeClr val="dk1"/>
              </a:buClr>
              <a:buFont typeface="Calibri"/>
              <a:buNone/>
              <a:defRPr b="0" baseline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marL="914400" marR="0" rtl="0" algn="l">
              <a:spcBef>
                <a:spcPts val="0"/>
              </a:spcBef>
              <a:buClr>
                <a:schemeClr val="dk1"/>
              </a:buClr>
              <a:buFont typeface="Calibri"/>
              <a:buNone/>
              <a:defRPr b="0" baseline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marL="1371600" marR="0" rtl="0" algn="l">
              <a:spcBef>
                <a:spcPts val="0"/>
              </a:spcBef>
              <a:buClr>
                <a:schemeClr val="dk1"/>
              </a:buClr>
              <a:buFont typeface="Calibri"/>
              <a:buNone/>
              <a:defRPr b="0" baseline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marL="1828800" marR="0" rtl="0" algn="l">
              <a:spcBef>
                <a:spcPts val="0"/>
              </a:spcBef>
              <a:buClr>
                <a:schemeClr val="dk1"/>
              </a:buClr>
              <a:buFont typeface="Calibri"/>
              <a:buNone/>
              <a:defRPr b="0" baseline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marL="2286000" marR="0" rtl="0" algn="l">
              <a:spcBef>
                <a:spcPts val="0"/>
              </a:spcBef>
              <a:buClr>
                <a:schemeClr val="dk1"/>
              </a:buClr>
              <a:buFont typeface="Calibri"/>
              <a:buNone/>
              <a:defRPr b="0" baseline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marL="2743200" marR="0" rtl="0" algn="l">
              <a:spcBef>
                <a:spcPts val="0"/>
              </a:spcBef>
              <a:buClr>
                <a:schemeClr val="dk1"/>
              </a:buClr>
              <a:buFont typeface="Calibri"/>
              <a:buNone/>
              <a:defRPr b="0" baseline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marL="3200400" marR="0" rtl="0" algn="l">
              <a:spcBef>
                <a:spcPts val="0"/>
              </a:spcBef>
              <a:buClr>
                <a:schemeClr val="dk1"/>
              </a:buClr>
              <a:buFont typeface="Calibri"/>
              <a:buNone/>
              <a:defRPr b="0" baseline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marL="3657600" marR="0" rtl="0" algn="l">
              <a:spcBef>
                <a:spcPts val="0"/>
              </a:spcBef>
              <a:buClr>
                <a:schemeClr val="dk1"/>
              </a:buClr>
              <a:buFont typeface="Calibri"/>
              <a:buNone/>
              <a:defRPr b="0" baseline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" name="Shape 67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marL="0" rtl="0">
              <a:spcBef>
                <a:spcPts val="0"/>
              </a:spcBef>
              <a:buFont typeface="Calibri"/>
              <a:buNone/>
              <a:defRPr sz="1600"/>
            </a:lvl1pPr>
            <a:lvl2pPr indent="0" marL="457200" rtl="0">
              <a:spcBef>
                <a:spcPts val="0"/>
              </a:spcBef>
              <a:buFont typeface="Calibri"/>
              <a:buNone/>
              <a:defRPr sz="1400"/>
            </a:lvl2pPr>
            <a:lvl3pPr indent="0" marL="914400" rtl="0">
              <a:spcBef>
                <a:spcPts val="0"/>
              </a:spcBef>
              <a:buFont typeface="Calibri"/>
              <a:buNone/>
              <a:defRPr sz="1200"/>
            </a:lvl3pPr>
            <a:lvl4pPr indent="0" marL="1371600" rtl="0">
              <a:spcBef>
                <a:spcPts val="0"/>
              </a:spcBef>
              <a:buFont typeface="Calibri"/>
              <a:buNone/>
              <a:defRPr sz="1000"/>
            </a:lvl4pPr>
            <a:lvl5pPr indent="0" marL="1828800" rtl="0">
              <a:spcBef>
                <a:spcPts val="0"/>
              </a:spcBef>
              <a:buFont typeface="Calibri"/>
              <a:buNone/>
              <a:defRPr sz="1000"/>
            </a:lvl5pPr>
            <a:lvl6pPr indent="0" marL="2286000" rtl="0">
              <a:spcBef>
                <a:spcPts val="0"/>
              </a:spcBef>
              <a:buFont typeface="Calibri"/>
              <a:buNone/>
              <a:defRPr sz="1000"/>
            </a:lvl6pPr>
            <a:lvl7pPr indent="0" marL="2743200" rtl="0">
              <a:spcBef>
                <a:spcPts val="0"/>
              </a:spcBef>
              <a:buFont typeface="Calibri"/>
              <a:buNone/>
              <a:defRPr sz="1000"/>
            </a:lvl7pPr>
            <a:lvl8pPr indent="0" marL="3200400" rtl="0">
              <a:spcBef>
                <a:spcPts val="0"/>
              </a:spcBef>
              <a:buFont typeface="Calibri"/>
              <a:buNone/>
              <a:defRPr sz="1000"/>
            </a:lvl8pPr>
            <a:lvl9pPr indent="0" marL="3657600" rtl="0">
              <a:spcBef>
                <a:spcPts val="0"/>
              </a:spcBef>
              <a:buFont typeface="Calibri"/>
              <a:buNone/>
              <a:defRPr sz="1000"/>
            </a:lvl9pPr>
          </a:lstStyle>
          <a:p/>
        </p:txBody>
      </p:sp>
      <p:sp>
        <p:nvSpPr>
          <p:cNvPr id="68" name="Shape 6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marL="0" marR="0" rtl="0" algn="l">
              <a:spcBef>
                <a:spcPts val="0"/>
              </a:spcBef>
              <a:defRPr b="0" baseline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marL="4572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marL="9144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marL="13716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marL="18288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marL="22860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marL="27432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marL="32004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marL="36576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Shape 69"/>
          <p:cNvSpPr txBox="1"/>
          <p:nvPr>
            <p:ph idx="11" type="ftr"/>
          </p:nvPr>
        </p:nvSpPr>
        <p:spPr>
          <a:xfrm>
            <a:off x="3028950" y="6356351"/>
            <a:ext cx="30860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marL="0" marR="0" rtl="0" algn="ctr">
              <a:spcBef>
                <a:spcPts val="0"/>
              </a:spcBef>
              <a:defRPr b="0" baseline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marL="4572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marL="9144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marL="13716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marL="18288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marL="22860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marL="27432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marL="32004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marL="36576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0" name="Shape 7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baseline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vertTx">
  <p:cSld name="Title and Vertical 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 txBox="1"/>
          <p:nvPr>
            <p:ph type="title"/>
          </p:nvPr>
        </p:nvSpPr>
        <p:spPr>
          <a:xfrm>
            <a:off x="628650" y="365126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rtl="0" algn="l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/>
        </p:txBody>
      </p:sp>
      <p:sp>
        <p:nvSpPr>
          <p:cNvPr id="73" name="Shape 73"/>
          <p:cNvSpPr txBox="1"/>
          <p:nvPr>
            <p:ph idx="1" type="body"/>
          </p:nvPr>
        </p:nvSpPr>
        <p:spPr>
          <a:xfrm rot="5400000">
            <a:off x="2396330" y="57943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50800" marL="228600" rtl="0" algn="l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Font typeface="Arial"/>
              <a:buChar char="•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76200" marL="68580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Char char="•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101600" marL="114300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14300" marL="160020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114300" marL="205740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114300" marL="251460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14300" marL="297180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114300" marL="342900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14300" marL="388620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Shape 7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marL="0" marR="0" rtl="0" algn="l">
              <a:spcBef>
                <a:spcPts val="0"/>
              </a:spcBef>
              <a:defRPr b="0" baseline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marL="4572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marL="9144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marL="13716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marL="18288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marL="22860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marL="27432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marL="32004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marL="36576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Shape 75"/>
          <p:cNvSpPr txBox="1"/>
          <p:nvPr>
            <p:ph idx="11" type="ftr"/>
          </p:nvPr>
        </p:nvSpPr>
        <p:spPr>
          <a:xfrm>
            <a:off x="3028950" y="6356351"/>
            <a:ext cx="30860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marL="0" marR="0" rtl="0" algn="ctr">
              <a:spcBef>
                <a:spcPts val="0"/>
              </a:spcBef>
              <a:defRPr b="0" baseline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marL="4572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marL="9144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marL="13716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marL="18288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marL="22860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marL="27432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marL="32004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marL="36576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6" name="Shape 7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baseline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vertTitleAndTx">
  <p:cSld name="Vertical Title and 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 txBox="1"/>
          <p:nvPr>
            <p:ph type="title"/>
          </p:nvPr>
        </p:nvSpPr>
        <p:spPr>
          <a:xfrm rot="5400000">
            <a:off x="4623593" y="2285206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rtl="0" algn="l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/>
        </p:txBody>
      </p:sp>
      <p:sp>
        <p:nvSpPr>
          <p:cNvPr id="79" name="Shape 79"/>
          <p:cNvSpPr txBox="1"/>
          <p:nvPr>
            <p:ph idx="1" type="body"/>
          </p:nvPr>
        </p:nvSpPr>
        <p:spPr>
          <a:xfrm rot="5400000">
            <a:off x="623093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50800" marL="228600" rtl="0" algn="l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Font typeface="Arial"/>
              <a:buChar char="•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76200" marL="68580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Char char="•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101600" marL="114300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14300" marL="160020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114300" marL="205740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114300" marL="251460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14300" marL="297180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114300" marL="342900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14300" marL="388620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0" name="Shape 8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marL="0" marR="0" rtl="0" algn="l">
              <a:spcBef>
                <a:spcPts val="0"/>
              </a:spcBef>
              <a:defRPr b="0" baseline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marL="4572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marL="9144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marL="13716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marL="18288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marL="22860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marL="27432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marL="32004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marL="36576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1" name="Shape 81"/>
          <p:cNvSpPr txBox="1"/>
          <p:nvPr>
            <p:ph idx="11" type="ftr"/>
          </p:nvPr>
        </p:nvSpPr>
        <p:spPr>
          <a:xfrm>
            <a:off x="3028950" y="6356351"/>
            <a:ext cx="30860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marL="0" marR="0" rtl="0" algn="ctr">
              <a:spcBef>
                <a:spcPts val="0"/>
              </a:spcBef>
              <a:defRPr b="0" baseline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marL="4572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marL="9144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marL="13716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marL="18288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marL="22860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marL="27432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marL="32004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marL="36576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" name="Shape 8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baseline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9"/>
          <p:cNvSpPr txBox="1"/>
          <p:nvPr>
            <p:ph type="title"/>
          </p:nvPr>
        </p:nvSpPr>
        <p:spPr>
          <a:xfrm>
            <a:off x="628650" y="365126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marL="0" marR="0" rtl="0" algn="l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Font typeface="Calibri"/>
              <a:buNone/>
              <a:defRPr b="0" baseline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marL="0" marR="0" rtl="0" algn="l">
              <a:spcBef>
                <a:spcPts val="0"/>
              </a:spcBef>
              <a:defRPr/>
            </a:lvl2pPr>
            <a:lvl3pPr indent="0" marL="0" marR="0" rtl="0" algn="l">
              <a:spcBef>
                <a:spcPts val="0"/>
              </a:spcBef>
              <a:defRPr/>
            </a:lvl3pPr>
            <a:lvl4pPr indent="0" marL="0" marR="0" rtl="0" algn="l">
              <a:spcBef>
                <a:spcPts val="0"/>
              </a:spcBef>
              <a:defRPr/>
            </a:lvl4pPr>
            <a:lvl5pPr indent="0" marL="0" marR="0" rtl="0" algn="l">
              <a:spcBef>
                <a:spcPts val="0"/>
              </a:spcBef>
              <a:defRPr/>
            </a:lvl5pPr>
            <a:lvl6pPr indent="0" marL="0" marR="0" rtl="0" algn="l">
              <a:spcBef>
                <a:spcPts val="0"/>
              </a:spcBef>
              <a:defRPr/>
            </a:lvl6pPr>
            <a:lvl7pPr indent="0" marL="0" marR="0" rtl="0" algn="l">
              <a:spcBef>
                <a:spcPts val="0"/>
              </a:spcBef>
              <a:defRPr/>
            </a:lvl7pPr>
            <a:lvl8pPr indent="0" marL="0" marR="0" rtl="0" algn="l">
              <a:spcBef>
                <a:spcPts val="0"/>
              </a:spcBef>
              <a:defRPr/>
            </a:lvl8pPr>
            <a:lvl9pPr indent="0" marL="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10" name="Shape 10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50800" marL="228600" marR="0" rtl="0" algn="l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Font typeface="Arial"/>
              <a:buChar char="•"/>
              <a:defRPr b="0" baseline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76200" marL="6858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Char char="•"/>
              <a:defRPr b="0" baseline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101600" marL="11430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Char char="•"/>
              <a:defRPr b="0" baseline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14300" marL="16002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Char char="•"/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114300" marL="20574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Char char="•"/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114300" marL="25146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Char char="•"/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14300" marL="29718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Char char="•"/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114300" marL="34290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Char char="•"/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14300" marL="38862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Char char="•"/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Shape 1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marL="0" marR="0" rtl="0" algn="l">
              <a:spcBef>
                <a:spcPts val="0"/>
              </a:spcBef>
              <a:defRPr b="0" baseline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marL="4572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marL="9144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marL="13716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marL="18288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marL="22860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marL="27432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marL="32004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marL="36576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Shape 12"/>
          <p:cNvSpPr txBox="1"/>
          <p:nvPr>
            <p:ph idx="11" type="ftr"/>
          </p:nvPr>
        </p:nvSpPr>
        <p:spPr>
          <a:xfrm>
            <a:off x="3028950" y="6356351"/>
            <a:ext cx="30860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marL="0" marR="0" rtl="0" algn="ctr">
              <a:spcBef>
                <a:spcPts val="0"/>
              </a:spcBef>
              <a:defRPr b="0" baseline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marL="4572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marL="9144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marL="13716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marL="18288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marL="22860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marL="27432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marL="32004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marL="3657600" marR="0" rtl="0" algn="l">
              <a:spcBef>
                <a:spcPts val="0"/>
              </a:spcBef>
              <a:defRPr b="0" baseline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Shape 1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baseline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marR="0" rtl="0" algn="l">
        <a:lnSpc>
          <a:spcPct val="100000"/>
        </a:lnSpc>
        <a:spcBef>
          <a:spcPts val="0"/>
        </a:spcBef>
        <a:spcAft>
          <a:spcPts val="0"/>
        </a:spcAft>
      </a:defPPr>
      <a:lvl1pPr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baseline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</p:titleStyle>
    <p:bodyStyle>
      <a:defPPr marR="0" rtl="0" algn="l">
        <a:lnSpc>
          <a:spcPct val="100000"/>
        </a:lnSpc>
        <a:spcBef>
          <a:spcPts val="0"/>
        </a:spcBef>
        <a:spcAft>
          <a:spcPts val="0"/>
        </a:spcAft>
      </a:defPPr>
      <a:lvl1pPr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baseline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baseline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baseline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baseline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baseline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baseline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baseline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baseline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baseline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bodyStyle>
    <p:otherStyle>
      <a:defPPr marR="0" rtl="0" algn="l">
        <a:lnSpc>
          <a:spcPct val="100000"/>
        </a:lnSpc>
        <a:spcBef>
          <a:spcPts val="0"/>
        </a:spcBef>
        <a:spcAft>
          <a:spcPts val="0"/>
        </a:spcAft>
      </a:defPPr>
      <a:lvl1pPr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baseline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baseline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baseline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baseline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baseline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baseline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baseline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baseline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baseline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00.jpg"/><Relationship Id="rId4" Type="http://schemas.openxmlformats.org/officeDocument/2006/relationships/image" Target="../media/image09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0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05.png"/><Relationship Id="rId4" Type="http://schemas.openxmlformats.org/officeDocument/2006/relationships/image" Target="../media/image03.png"/><Relationship Id="rId5" Type="http://schemas.openxmlformats.org/officeDocument/2006/relationships/image" Target="../media/image07.png"/><Relationship Id="rId6" Type="http://schemas.openxmlformats.org/officeDocument/2006/relationships/image" Target="../media/image04.png"/><Relationship Id="rId7" Type="http://schemas.openxmlformats.org/officeDocument/2006/relationships/image" Target="../media/image08.png"/><Relationship Id="rId8" Type="http://schemas.openxmlformats.org/officeDocument/2006/relationships/image" Target="../media/image0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01.png"/><Relationship Id="rId4" Type="http://schemas.openxmlformats.org/officeDocument/2006/relationships/image" Target="../media/image19.png"/><Relationship Id="rId5" Type="http://schemas.openxmlformats.org/officeDocument/2006/relationships/image" Target="../media/image11.png"/><Relationship Id="rId6" Type="http://schemas.openxmlformats.org/officeDocument/2006/relationships/image" Target="../media/image15.png"/><Relationship Id="rId7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10.png"/><Relationship Id="rId5" Type="http://schemas.openxmlformats.org/officeDocument/2006/relationships/image" Target="../media/image14.png"/><Relationship Id="rId6" Type="http://schemas.openxmlformats.org/officeDocument/2006/relationships/image" Target="../media/image17.png"/><Relationship Id="rId7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Relationship Id="rId4" Type="http://schemas.openxmlformats.org/officeDocument/2006/relationships/image" Target="../media/image3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3.png"/></Relationships>
</file>

<file path=ppt/slides/_rels/slide10.xml.rels><?xml version="1.0" encoding="UTF-8" standalone="yes"?><Relationships xmlns="http://schemas.openxmlformats.org/package/2006/relationships"><Relationship Id="rId11" Type="http://schemas.openxmlformats.org/officeDocument/2006/relationships/image" Target="../media/image37.png"/><Relationship Id="rId10" Type="http://schemas.openxmlformats.org/officeDocument/2006/relationships/image" Target="../media/image32.jpg"/><Relationship Id="rId13" Type="http://schemas.openxmlformats.org/officeDocument/2006/relationships/image" Target="../media/image35.png"/><Relationship Id="rId1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png"/><Relationship Id="rId4" Type="http://schemas.openxmlformats.org/officeDocument/2006/relationships/image" Target="../media/image25.png"/><Relationship Id="rId9" Type="http://schemas.openxmlformats.org/officeDocument/2006/relationships/image" Target="../media/image27.png"/><Relationship Id="rId15" Type="http://schemas.openxmlformats.org/officeDocument/2006/relationships/image" Target="../media/image33.png"/><Relationship Id="rId14" Type="http://schemas.openxmlformats.org/officeDocument/2006/relationships/image" Target="../media/image38.png"/><Relationship Id="rId17" Type="http://schemas.openxmlformats.org/officeDocument/2006/relationships/image" Target="../media/image34.png"/><Relationship Id="rId16" Type="http://schemas.openxmlformats.org/officeDocument/2006/relationships/image" Target="../media/image46.png"/><Relationship Id="rId5" Type="http://schemas.openxmlformats.org/officeDocument/2006/relationships/image" Target="../media/image21.png"/><Relationship Id="rId6" Type="http://schemas.openxmlformats.org/officeDocument/2006/relationships/image" Target="../media/image26.png"/><Relationship Id="rId7" Type="http://schemas.openxmlformats.org/officeDocument/2006/relationships/image" Target="../media/image29.png"/><Relationship Id="rId8" Type="http://schemas.openxmlformats.org/officeDocument/2006/relationships/image" Target="../media/image2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6.png"/><Relationship Id="rId4" Type="http://schemas.openxmlformats.org/officeDocument/2006/relationships/image" Target="../media/image3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5.png"/><Relationship Id="rId4" Type="http://schemas.openxmlformats.org/officeDocument/2006/relationships/image" Target="../media/image50.png"/><Relationship Id="rId5" Type="http://schemas.openxmlformats.org/officeDocument/2006/relationships/image" Target="../media/image44.png"/><Relationship Id="rId6" Type="http://schemas.openxmlformats.org/officeDocument/2006/relationships/image" Target="../media/image45.png"/><Relationship Id="rId7" Type="http://schemas.openxmlformats.org/officeDocument/2006/relationships/image" Target="../media/image5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Relationship Id="rId6" Type="http://schemas.openxmlformats.org/officeDocument/2006/relationships/image" Target="../media/image47.png"/><Relationship Id="rId7" Type="http://schemas.openxmlformats.org/officeDocument/2006/relationships/image" Target="../media/image5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8.png"/><Relationship Id="rId4" Type="http://schemas.openxmlformats.org/officeDocument/2006/relationships/image" Target="../media/image5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7.png"/><Relationship Id="rId4" Type="http://schemas.openxmlformats.org/officeDocument/2006/relationships/image" Target="../media/image5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2.png"/><Relationship Id="rId4" Type="http://schemas.openxmlformats.org/officeDocument/2006/relationships/image" Target="../media/image65.png"/><Relationship Id="rId5" Type="http://schemas.openxmlformats.org/officeDocument/2006/relationships/image" Target="../media/image6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4.png"/><Relationship Id="rId4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 txBox="1"/>
          <p:nvPr/>
        </p:nvSpPr>
        <p:spPr>
          <a:xfrm>
            <a:off x="762000" y="1988999"/>
            <a:ext cx="7581899" cy="16312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0" baseline="0" i="0" lang="en-US" sz="36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PAID</a:t>
            </a:r>
            <a:r>
              <a:rPr b="0" baseline="0" i="0" lang="en-US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baseline="0" i="0" lang="en-US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Prioritizing App Issues for Developers by Tracking User Reviews </a:t>
            </a:r>
            <a:r>
              <a:rPr lang="en-US" sz="3200">
                <a:solidFill>
                  <a:srgbClr val="002060"/>
                </a:solidFill>
              </a:rPr>
              <a:t>o</a:t>
            </a:r>
            <a:r>
              <a:rPr b="0" baseline="0" i="0" lang="en-US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ver Versions</a:t>
            </a:r>
          </a:p>
        </p:txBody>
      </p:sp>
      <p:pic>
        <p:nvPicPr>
          <p:cNvPr id="85" name="Shape 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10287" y="5114925"/>
            <a:ext cx="2619375" cy="17430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Shape 86"/>
          <p:cNvSpPr txBox="1"/>
          <p:nvPr/>
        </p:nvSpPr>
        <p:spPr>
          <a:xfrm>
            <a:off x="913154" y="3661312"/>
            <a:ext cx="7279591" cy="8309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0" baseline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Cuiyun Gao, Baoxiang Wang, Pinjia He, Jieming Zhu, Yangfan Zhou, and Michael R. Lyu</a:t>
            </a:r>
          </a:p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0" baseline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Chinese University of Hong Kong</a:t>
            </a:r>
          </a:p>
        </p:txBody>
      </p:sp>
      <p:pic>
        <p:nvPicPr>
          <p:cNvPr id="87" name="Shape 8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0573" y="295275"/>
            <a:ext cx="1814450" cy="1347876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Shape 8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baseline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  <p:transition spd="slow">
    <p:cut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Shape 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84892" y="1042650"/>
            <a:ext cx="5790899" cy="5266199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Shape 95"/>
          <p:cNvSpPr txBox="1"/>
          <p:nvPr/>
        </p:nvSpPr>
        <p:spPr>
          <a:xfrm>
            <a:off x="695325" y="367037"/>
            <a:ext cx="2126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1" baseline="0" i="0" lang="en-US" sz="28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Motivation</a:t>
            </a:r>
          </a:p>
        </p:txBody>
      </p:sp>
      <p:sp>
        <p:nvSpPr>
          <p:cNvPr id="96" name="Shape 96"/>
          <p:cNvSpPr/>
          <p:nvPr/>
        </p:nvSpPr>
        <p:spPr>
          <a:xfrm>
            <a:off x="690562" y="436941"/>
            <a:ext cx="1900043" cy="481302"/>
          </a:xfrm>
          <a:prstGeom prst="flowChartDocument">
            <a:avLst/>
          </a:prstGeom>
          <a:noFill/>
          <a:ln cap="flat" cmpd="sng" w="19050">
            <a:solidFill>
              <a:srgbClr val="42719B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baseline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Shape 97"/>
          <p:cNvSpPr txBox="1"/>
          <p:nvPr>
            <p:ph idx="12" type="sldNum"/>
          </p:nvPr>
        </p:nvSpPr>
        <p:spPr>
          <a:xfrm>
            <a:off x="6457950" y="6356351"/>
            <a:ext cx="2057400" cy="3650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r>
              <a:rPr b="0" baseline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</a:p>
        </p:txBody>
      </p:sp>
      <p:sp>
        <p:nvSpPr>
          <p:cNvPr id="98" name="Shape 98"/>
          <p:cNvSpPr txBox="1"/>
          <p:nvPr/>
        </p:nvSpPr>
        <p:spPr>
          <a:xfrm>
            <a:off x="3981075" y="3451200"/>
            <a:ext cx="1567799" cy="160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 spd="slow">
    <p:cut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Shape 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6018" y="1672228"/>
            <a:ext cx="4761300" cy="1627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Shape 10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56812" y="3749182"/>
            <a:ext cx="3511500" cy="1981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Shape 10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34278" y="2881043"/>
            <a:ext cx="1969200" cy="1944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Shape 10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76875" y="3440433"/>
            <a:ext cx="953399" cy="67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Shape 10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07235" y="4211919"/>
            <a:ext cx="2316599" cy="1073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Shape 10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58651" y="1301065"/>
            <a:ext cx="1466399" cy="1684199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Shape 10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baseline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  <p:sp>
        <p:nvSpPr>
          <p:cNvPr id="110" name="Shape 110"/>
          <p:cNvSpPr txBox="1"/>
          <p:nvPr/>
        </p:nvSpPr>
        <p:spPr>
          <a:xfrm>
            <a:off x="776025" y="397325"/>
            <a:ext cx="4492499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1" lang="en-US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Reviews Impact on Ranking</a:t>
            </a:r>
          </a:p>
        </p:txBody>
      </p:sp>
    </p:spTree>
  </p:cSld>
  <p:clrMapOvr>
    <a:masterClrMapping/>
  </p:clrMapOvr>
  <p:transition spd="slow">
    <p:cut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hape 11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baseline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  <p:pic>
        <p:nvPicPr>
          <p:cNvPr id="116" name="Shape 1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957" y="1306241"/>
            <a:ext cx="3753097" cy="3810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Shape 1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00332" y="2333005"/>
            <a:ext cx="4970763" cy="1756827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Shape 118"/>
          <p:cNvSpPr txBox="1"/>
          <p:nvPr/>
        </p:nvSpPr>
        <p:spPr>
          <a:xfrm>
            <a:off x="695325" y="367050"/>
            <a:ext cx="4970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1" lang="en-US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Reviews Influence the Update</a:t>
            </a:r>
          </a:p>
        </p:txBody>
      </p:sp>
      <p:pic>
        <p:nvPicPr>
          <p:cNvPr id="119" name="Shape 1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09675" y="582158"/>
            <a:ext cx="1228177" cy="1235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Shape 1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38875" y="5263751"/>
            <a:ext cx="2690699" cy="1198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Shape 1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-726762">
            <a:off x="7105555" y="5524386"/>
            <a:ext cx="1940092" cy="10530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Shape 1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32824" y="3044186"/>
            <a:ext cx="1771591" cy="17763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Shape 1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75716" y="1411740"/>
            <a:ext cx="1504059" cy="1535441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Shape 128"/>
          <p:cNvSpPr txBox="1"/>
          <p:nvPr/>
        </p:nvSpPr>
        <p:spPr>
          <a:xfrm>
            <a:off x="3657600" y="4714683"/>
            <a:ext cx="4687090" cy="6625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1" baseline="0" i="0" lang="en-US" sz="3600" u="none" cap="none" strike="noStrike">
                <a:solidFill>
                  <a:srgbClr val="C00000"/>
                </a:solidFill>
                <a:latin typeface="Federo"/>
                <a:ea typeface="Federo"/>
                <a:cs typeface="Federo"/>
                <a:sym typeface="Federo"/>
              </a:rPr>
              <a:t>Automate the Process</a:t>
            </a:r>
          </a:p>
        </p:txBody>
      </p:sp>
      <p:sp>
        <p:nvSpPr>
          <p:cNvPr id="129" name="Shape 129"/>
          <p:cNvSpPr txBox="1"/>
          <p:nvPr/>
        </p:nvSpPr>
        <p:spPr>
          <a:xfrm>
            <a:off x="4322992" y="931198"/>
            <a:ext cx="3135082" cy="523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1" baseline="0" i="0" lang="en-US" sz="28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Massive and Messy</a:t>
            </a:r>
          </a:p>
        </p:txBody>
      </p:sp>
      <p:sp>
        <p:nvSpPr>
          <p:cNvPr id="130" name="Shape 130"/>
          <p:cNvSpPr txBox="1"/>
          <p:nvPr/>
        </p:nvSpPr>
        <p:spPr>
          <a:xfrm>
            <a:off x="695325" y="367050"/>
            <a:ext cx="3513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1" lang="en-US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Reviews are Massive</a:t>
            </a:r>
          </a:p>
        </p:txBody>
      </p:sp>
      <p:pic>
        <p:nvPicPr>
          <p:cNvPr id="131" name="Shape 1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23945" y="5648757"/>
            <a:ext cx="7120744" cy="6523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Shape 1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638288" y="1407782"/>
            <a:ext cx="5316172" cy="1536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Shape 13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638288" y="3156584"/>
            <a:ext cx="5334462" cy="1536324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Shape 13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baseline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  <p:transition spd="slow">
    <p:cut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hape 139"/>
          <p:cNvSpPr txBox="1"/>
          <p:nvPr/>
        </p:nvSpPr>
        <p:spPr>
          <a:xfrm>
            <a:off x="695325" y="367050"/>
            <a:ext cx="4330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1" lang="en-US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Non-informative Reviews</a:t>
            </a:r>
          </a:p>
        </p:txBody>
      </p:sp>
      <p:graphicFrame>
        <p:nvGraphicFramePr>
          <p:cNvPr id="140" name="Shape 140"/>
          <p:cNvGraphicFramePr/>
          <p:nvPr/>
        </p:nvGraphicFramePr>
        <p:xfrm>
          <a:off x="1009650" y="15473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{51DC13E9-F501-4EA6-84B7-2D9A614717E5}</a:tableStyleId>
              </a:tblPr>
              <a:tblGrid>
                <a:gridCol w="5006575"/>
              </a:tblGrid>
              <a:tr h="34830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baseline="0"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Review</a:t>
                      </a:r>
                    </a:p>
                  </a:txBody>
                  <a:tcPr marT="42600" marB="42600" marR="85225" marL="85225"/>
                </a:tc>
              </a:tr>
              <a:tr h="345575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baseline="0" lang="en-US" sz="15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Keep asking to log in, even it's actually had logged in.</a:t>
                      </a:r>
                    </a:p>
                  </a:txBody>
                  <a:tcPr marT="42600" marB="42600" marR="85225" marL="85225"/>
                </a:tc>
              </a:tr>
              <a:tr h="345575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baseline="0" lang="en-US" sz="15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Like it cause it doesnt crash on androids</a:t>
                      </a:r>
                    </a:p>
                  </a:txBody>
                  <a:tcPr marT="42600" marB="42600" marR="85225" marL="85225"/>
                </a:tc>
              </a:tr>
              <a:tr h="345575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baseline="0" lang="en-US" sz="15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slower ever</a:t>
                      </a:r>
                    </a:p>
                  </a:txBody>
                  <a:tcPr marT="42600" marB="42600" marR="85225" marL="85225"/>
                </a:tc>
              </a:tr>
              <a:tr h="345575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baseline="0" lang="en-US" sz="15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Its ok</a:t>
                      </a:r>
                    </a:p>
                  </a:txBody>
                  <a:tcPr marT="42600" marB="42600" marR="85225" marL="85225"/>
                </a:tc>
              </a:tr>
              <a:tr h="345575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baseline="0" lang="en-US" sz="15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Love it</a:t>
                      </a:r>
                    </a:p>
                  </a:txBody>
                  <a:tcPr marT="42600" marB="42600" marR="85225" marL="85225"/>
                </a:tc>
              </a:tr>
              <a:tr h="345575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baseline="0" lang="en-US" sz="15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Stupid you NEED to use this</a:t>
                      </a:r>
                    </a:p>
                  </a:txBody>
                  <a:tcPr marT="42600" marB="42600" marR="85225" marL="85225"/>
                </a:tc>
              </a:tr>
              <a:tr h="345575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baseline="0" lang="en-US" sz="15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……..</a:t>
                      </a:r>
                    </a:p>
                  </a:txBody>
                  <a:tcPr marT="42600" marB="42600" marR="85225" marL="85225"/>
                </a:tc>
              </a:tr>
            </a:tbl>
          </a:graphicData>
        </a:graphic>
      </p:graphicFrame>
      <p:grpSp>
        <p:nvGrpSpPr>
          <p:cNvPr id="141" name="Shape 141"/>
          <p:cNvGrpSpPr/>
          <p:nvPr/>
        </p:nvGrpSpPr>
        <p:grpSpPr>
          <a:xfrm>
            <a:off x="1047750" y="1914524"/>
            <a:ext cx="4913296" cy="2029965"/>
            <a:chOff x="613733" y="1327936"/>
            <a:chExt cx="5343972" cy="2176735"/>
          </a:xfrm>
        </p:grpSpPr>
        <p:sp>
          <p:nvSpPr>
            <p:cNvPr id="142" name="Shape 142"/>
            <p:cNvSpPr/>
            <p:nvPr/>
          </p:nvSpPr>
          <p:spPr>
            <a:xfrm>
              <a:off x="647916" y="2060025"/>
              <a:ext cx="660876" cy="290558"/>
            </a:xfrm>
            <a:prstGeom prst="rect">
              <a:avLst/>
            </a:prstGeom>
            <a:noFill/>
            <a:ln cap="flat" cmpd="sng" w="28575">
              <a:solidFill>
                <a:srgbClr val="C00000"/>
              </a:solidFill>
              <a:prstDash val="dash"/>
              <a:miter/>
              <a:headEnd len="med" w="med" type="none"/>
              <a:tailEnd len="med" w="med" type="none"/>
            </a:ln>
          </p:spPr>
          <p:txBody>
            <a:bodyPr anchorCtr="0" anchor="ctr" bIns="45700" lIns="91425" rIns="91425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b="0" baseline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43" name="Shape 143"/>
            <p:cNvGrpSpPr/>
            <p:nvPr/>
          </p:nvGrpSpPr>
          <p:grpSpPr>
            <a:xfrm>
              <a:off x="613733" y="1327936"/>
              <a:ext cx="5343972" cy="2176735"/>
              <a:chOff x="716285" y="1071559"/>
              <a:chExt cx="5343972" cy="2176735"/>
            </a:xfrm>
          </p:grpSpPr>
          <p:sp>
            <p:nvSpPr>
              <p:cNvPr id="144" name="Shape 144"/>
              <p:cNvSpPr/>
              <p:nvPr/>
            </p:nvSpPr>
            <p:spPr>
              <a:xfrm>
                <a:off x="2165188" y="1071559"/>
                <a:ext cx="538385" cy="290558"/>
              </a:xfrm>
              <a:prstGeom prst="rect">
                <a:avLst/>
              </a:prstGeom>
              <a:noFill/>
              <a:ln cap="flat" cmpd="sng" w="28575">
                <a:solidFill>
                  <a:srgbClr val="C00000"/>
                </a:solidFill>
                <a:prstDash val="dash"/>
                <a:miter/>
                <a:headEnd len="med" w="med" type="none"/>
                <a:tailEnd len="med" w="med" type="none"/>
              </a:ln>
            </p:spPr>
            <p:txBody>
              <a:bodyPr anchorCtr="0" anchor="ctr" bIns="45700" lIns="91425" rIns="91425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buNone/>
                </a:pPr>
                <a:r>
                  <a:t/>
                </a:r>
                <a:endParaRPr b="0" baseline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" name="Shape 145"/>
              <p:cNvSpPr/>
              <p:nvPr/>
            </p:nvSpPr>
            <p:spPr>
              <a:xfrm>
                <a:off x="2785791" y="1435937"/>
                <a:ext cx="538385" cy="290558"/>
              </a:xfrm>
              <a:prstGeom prst="rect">
                <a:avLst/>
              </a:prstGeom>
              <a:noFill/>
              <a:ln cap="flat" cmpd="sng" w="28575">
                <a:solidFill>
                  <a:srgbClr val="C00000"/>
                </a:solidFill>
                <a:prstDash val="dash"/>
                <a:miter/>
                <a:headEnd len="med" w="med" type="none"/>
                <a:tailEnd len="med" w="med" type="none"/>
              </a:ln>
            </p:spPr>
            <p:txBody>
              <a:bodyPr anchorCtr="0" anchor="ctr" bIns="45700" lIns="91425" rIns="91425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buNone/>
                </a:pPr>
                <a:r>
                  <a:t/>
                </a:r>
                <a:endParaRPr b="0" baseline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" name="Shape 146"/>
              <p:cNvSpPr/>
              <p:nvPr/>
            </p:nvSpPr>
            <p:spPr>
              <a:xfrm>
                <a:off x="716285" y="2195064"/>
                <a:ext cx="5343972" cy="1053230"/>
              </a:xfrm>
              <a:prstGeom prst="rect">
                <a:avLst/>
              </a:prstGeom>
              <a:noFill/>
              <a:ln cap="flat" cmpd="sng" w="38100">
                <a:solidFill>
                  <a:srgbClr val="C00000"/>
                </a:solidFill>
                <a:prstDash val="lgDashDot"/>
                <a:miter/>
                <a:headEnd len="med" w="med" type="none"/>
                <a:tailEnd len="med" w="med" type="none"/>
              </a:ln>
            </p:spPr>
            <p:txBody>
              <a:bodyPr anchorCtr="0" anchor="ctr" bIns="45700" lIns="91425" rIns="91425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buNone/>
                </a:pPr>
                <a:r>
                  <a:t/>
                </a:r>
                <a:endParaRPr b="0" baseline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147" name="Shape 1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21601" y="3772637"/>
            <a:ext cx="1924744" cy="2173098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Shape 148"/>
          <p:cNvSpPr/>
          <p:nvPr/>
        </p:nvSpPr>
        <p:spPr>
          <a:xfrm rot="-4509504">
            <a:off x="5469182" y="3303466"/>
            <a:ext cx="421113" cy="2270763"/>
          </a:xfrm>
          <a:prstGeom prst="curvedRight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7030A0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baseline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Shape 14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baseline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  <p:transition spd="slow">
    <p:cut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Shape 154"/>
          <p:cNvSpPr txBox="1"/>
          <p:nvPr/>
        </p:nvSpPr>
        <p:spPr>
          <a:xfrm>
            <a:off x="695325" y="367050"/>
            <a:ext cx="4815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1" lang="en-US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Reviews are Version-sensitive</a:t>
            </a:r>
          </a:p>
        </p:txBody>
      </p:sp>
      <p:pic>
        <p:nvPicPr>
          <p:cNvPr id="155" name="Shape 155"/>
          <p:cNvPicPr preferRelativeResize="0"/>
          <p:nvPr/>
        </p:nvPicPr>
        <p:blipFill rotWithShape="1">
          <a:blip r:embed="rId3">
            <a:alphaModFix/>
          </a:blip>
          <a:srcRect b="2600" l="0" r="0" t="-2600"/>
          <a:stretch/>
        </p:blipFill>
        <p:spPr>
          <a:xfrm>
            <a:off x="1719466" y="792154"/>
            <a:ext cx="5378100" cy="2935199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Shape 156"/>
          <p:cNvSpPr txBox="1"/>
          <p:nvPr/>
        </p:nvSpPr>
        <p:spPr>
          <a:xfrm>
            <a:off x="559001" y="6033175"/>
            <a:ext cx="7669800" cy="6461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lvl="0" marR="0" rtl="0" algn="l">
              <a:spcBef>
                <a:spcPts val="0"/>
              </a:spcBef>
              <a:buNone/>
            </a:pPr>
            <a:r>
              <a:rPr b="0" baseline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According to the official announcement, WhatsApp commits a new version </a:t>
            </a:r>
            <a:r>
              <a:rPr b="0" baseline="0" i="0" lang="en-US" sz="1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every 3.77 days </a:t>
            </a:r>
            <a:r>
              <a:rPr b="0" baseline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 average.</a:t>
            </a:r>
          </a:p>
        </p:txBody>
      </p:sp>
      <p:sp>
        <p:nvSpPr>
          <p:cNvPr id="157" name="Shape 15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baseline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  <p:pic>
        <p:nvPicPr>
          <p:cNvPr id="158" name="Shape 1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602" y="3772130"/>
            <a:ext cx="8981575" cy="2269366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Shape 159"/>
          <p:cNvSpPr/>
          <p:nvPr/>
        </p:nvSpPr>
        <p:spPr>
          <a:xfrm>
            <a:off x="523652" y="5728637"/>
            <a:ext cx="1123404" cy="24384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0" baseline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Jul. 2014</a:t>
            </a:r>
          </a:p>
        </p:txBody>
      </p:sp>
      <p:sp>
        <p:nvSpPr>
          <p:cNvPr id="160" name="Shape 160"/>
          <p:cNvSpPr/>
          <p:nvPr/>
        </p:nvSpPr>
        <p:spPr>
          <a:xfrm>
            <a:off x="2658678" y="5757876"/>
            <a:ext cx="1123404" cy="24384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0" baseline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Oct. 2014</a:t>
            </a:r>
          </a:p>
        </p:txBody>
      </p:sp>
      <p:sp>
        <p:nvSpPr>
          <p:cNvPr id="161" name="Shape 161"/>
          <p:cNvSpPr/>
          <p:nvPr/>
        </p:nvSpPr>
        <p:spPr>
          <a:xfrm>
            <a:off x="4793705" y="5728637"/>
            <a:ext cx="1123404" cy="24384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0" baseline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Jan. 2015</a:t>
            </a:r>
          </a:p>
        </p:txBody>
      </p:sp>
      <p:sp>
        <p:nvSpPr>
          <p:cNvPr id="162" name="Shape 162"/>
          <p:cNvSpPr/>
          <p:nvPr/>
        </p:nvSpPr>
        <p:spPr>
          <a:xfrm>
            <a:off x="6928731" y="5747337"/>
            <a:ext cx="1123404" cy="24184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0" baseline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Apr. 2015</a:t>
            </a:r>
          </a:p>
        </p:txBody>
      </p:sp>
    </p:spTree>
  </p:cSld>
  <p:clrMapOvr>
    <a:masterClrMapping/>
  </p:clrMapOvr>
  <p:transition spd="slow">
    <p:cut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Shape 167"/>
          <p:cNvSpPr txBox="1"/>
          <p:nvPr/>
        </p:nvSpPr>
        <p:spPr>
          <a:xfrm>
            <a:off x="695325" y="367050"/>
            <a:ext cx="3543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1" baseline="0" i="0" lang="en-US" sz="28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Motivation Summary</a:t>
            </a:r>
          </a:p>
        </p:txBody>
      </p:sp>
      <p:pic>
        <p:nvPicPr>
          <p:cNvPr id="168" name="Shape 1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3707" y="3446351"/>
            <a:ext cx="8196599" cy="1971899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Shape 169"/>
          <p:cNvSpPr txBox="1"/>
          <p:nvPr/>
        </p:nvSpPr>
        <p:spPr>
          <a:xfrm>
            <a:off x="2723965" y="5534025"/>
            <a:ext cx="40102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0" baseline="0" i="0" lang="en-US" sz="18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Summary of App Review Characteristics</a:t>
            </a:r>
          </a:p>
        </p:txBody>
      </p:sp>
      <p:sp>
        <p:nvSpPr>
          <p:cNvPr id="170" name="Shape 170"/>
          <p:cNvSpPr txBox="1"/>
          <p:nvPr/>
        </p:nvSpPr>
        <p:spPr>
          <a:xfrm>
            <a:off x="3648076" y="1546954"/>
            <a:ext cx="2152649" cy="16312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1" baseline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0" baseline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ynamically</a:t>
            </a:r>
          </a:p>
          <a:p>
            <a:pPr indent="0" lvl="0" marL="0" marR="0" rtl="0" algn="l">
              <a:spcBef>
                <a:spcPts val="0"/>
              </a:spcBef>
              <a:buNone/>
            </a:pPr>
            <a:r>
              <a:t/>
            </a:r>
            <a:endParaRPr b="0" baseline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1" baseline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baseline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utomatically</a:t>
            </a:r>
          </a:p>
          <a:p>
            <a:pPr indent="0" lvl="0" marL="0" marR="0" rtl="0" algn="l">
              <a:spcBef>
                <a:spcPts val="0"/>
              </a:spcBef>
              <a:buNone/>
            </a:pPr>
            <a:r>
              <a:t/>
            </a:r>
            <a:endParaRPr b="0" baseline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1" baseline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baseline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ccurately</a:t>
            </a:r>
          </a:p>
        </p:txBody>
      </p:sp>
      <p:sp>
        <p:nvSpPr>
          <p:cNvPr id="171" name="Shape 171"/>
          <p:cNvSpPr/>
          <p:nvPr/>
        </p:nvSpPr>
        <p:spPr>
          <a:xfrm>
            <a:off x="3415569" y="1638300"/>
            <a:ext cx="232505" cy="232505"/>
          </a:xfrm>
          <a:prstGeom prst="smileyFace">
            <a:avLst>
              <a:gd fmla="val 4653" name="adj"/>
            </a:avLst>
          </a:prstGeom>
          <a:solidFill>
            <a:schemeClr val="accent4"/>
          </a:solidFill>
          <a:ln cap="flat" cmpd="sng" w="12700">
            <a:solidFill>
              <a:srgbClr val="BA8C00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baseline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Shape 172"/>
          <p:cNvSpPr/>
          <p:nvPr/>
        </p:nvSpPr>
        <p:spPr>
          <a:xfrm>
            <a:off x="3415569" y="2235300"/>
            <a:ext cx="232505" cy="232505"/>
          </a:xfrm>
          <a:prstGeom prst="smileyFace">
            <a:avLst>
              <a:gd fmla="val 4653" name="adj"/>
            </a:avLst>
          </a:prstGeom>
          <a:solidFill>
            <a:schemeClr val="accent4"/>
          </a:solidFill>
          <a:ln cap="flat" cmpd="sng" w="12700">
            <a:solidFill>
              <a:srgbClr val="BA8C00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baseline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Shape 173"/>
          <p:cNvSpPr/>
          <p:nvPr/>
        </p:nvSpPr>
        <p:spPr>
          <a:xfrm>
            <a:off x="3415571" y="2841608"/>
            <a:ext cx="232505" cy="232505"/>
          </a:xfrm>
          <a:prstGeom prst="smileyFace">
            <a:avLst>
              <a:gd fmla="val 4653" name="adj"/>
            </a:avLst>
          </a:prstGeom>
          <a:solidFill>
            <a:schemeClr val="accent4"/>
          </a:solidFill>
          <a:ln cap="flat" cmpd="sng" w="12700">
            <a:solidFill>
              <a:srgbClr val="BA8C00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baseline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Shape 17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baseline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  <p:transition spd="slow">
    <p:cut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822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822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822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822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Shape 17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baseline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  <p:sp>
        <p:nvSpPr>
          <p:cNvPr id="180" name="Shape 180"/>
          <p:cNvSpPr txBox="1"/>
          <p:nvPr/>
        </p:nvSpPr>
        <p:spPr>
          <a:xfrm>
            <a:off x="695325" y="367050"/>
            <a:ext cx="3695099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1" lang="en-US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Phrase-level Issues</a:t>
            </a:r>
          </a:p>
        </p:txBody>
      </p:sp>
      <p:pic>
        <p:nvPicPr>
          <p:cNvPr id="181" name="Shape 1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7500" y="1601194"/>
            <a:ext cx="5574899" cy="3042599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Shape 182"/>
          <p:cNvSpPr/>
          <p:nvPr/>
        </p:nvSpPr>
        <p:spPr>
          <a:xfrm>
            <a:off x="2918459" y="2949934"/>
            <a:ext cx="1280099" cy="274199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dash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baseline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Shape 183"/>
          <p:cNvSpPr/>
          <p:nvPr/>
        </p:nvSpPr>
        <p:spPr>
          <a:xfrm>
            <a:off x="2918459" y="3296644"/>
            <a:ext cx="1280099" cy="2553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dash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baseline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Shape 184"/>
          <p:cNvSpPr/>
          <p:nvPr/>
        </p:nvSpPr>
        <p:spPr>
          <a:xfrm>
            <a:off x="4617742" y="3978635"/>
            <a:ext cx="921900" cy="274199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dash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baseline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Shape 185"/>
          <p:cNvSpPr/>
          <p:nvPr/>
        </p:nvSpPr>
        <p:spPr>
          <a:xfrm>
            <a:off x="5173980" y="3917675"/>
            <a:ext cx="800099" cy="3963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dash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baseline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Shape 186"/>
          <p:cNvSpPr/>
          <p:nvPr/>
        </p:nvSpPr>
        <p:spPr>
          <a:xfrm>
            <a:off x="2881140" y="4313914"/>
            <a:ext cx="1652699" cy="2553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dash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baseline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Shape 187"/>
          <p:cNvSpPr/>
          <p:nvPr/>
        </p:nvSpPr>
        <p:spPr>
          <a:xfrm>
            <a:off x="2467650" y="5034900"/>
            <a:ext cx="4329299" cy="3650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buSzPct val="25000"/>
              <a:buNone/>
            </a:pPr>
            <a:r>
              <a:rPr b="0" baseline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PAID provides app issues </a:t>
            </a:r>
            <a:r>
              <a:rPr b="0" baseline="0" i="0" lang="en-US" sz="20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in phrase</a:t>
            </a:r>
            <a:r>
              <a:rPr b="0" baseline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</a:p>
        </p:txBody>
      </p:sp>
    </p:spTree>
  </p:cSld>
  <p:clrMapOvr>
    <a:masterClrMapping/>
  </p:clrMapOvr>
  <p:transition spd="slow">
    <p:cut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Shape 19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baseline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  <p:sp>
        <p:nvSpPr>
          <p:cNvPr id="193" name="Shape 193"/>
          <p:cNvSpPr txBox="1"/>
          <p:nvPr/>
        </p:nvSpPr>
        <p:spPr>
          <a:xfrm>
            <a:off x="695325" y="367037"/>
            <a:ext cx="2126542" cy="523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1" baseline="0" i="0" lang="en-US" sz="28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Framework</a:t>
            </a:r>
          </a:p>
        </p:txBody>
      </p:sp>
      <p:sp>
        <p:nvSpPr>
          <p:cNvPr id="194" name="Shape 194"/>
          <p:cNvSpPr/>
          <p:nvPr/>
        </p:nvSpPr>
        <p:spPr>
          <a:xfrm>
            <a:off x="690562" y="436941"/>
            <a:ext cx="1976438" cy="481306"/>
          </a:xfrm>
          <a:prstGeom prst="flowChartDocument">
            <a:avLst/>
          </a:prstGeom>
          <a:noFill/>
          <a:ln cap="flat" cmpd="sng" w="19050">
            <a:solidFill>
              <a:srgbClr val="42719B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baseline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Shape 195"/>
          <p:cNvSpPr/>
          <p:nvPr/>
        </p:nvSpPr>
        <p:spPr>
          <a:xfrm>
            <a:off x="2013381" y="1880789"/>
            <a:ext cx="2025354" cy="393105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0" baseline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①Data Crawling</a:t>
            </a:r>
          </a:p>
        </p:txBody>
      </p:sp>
      <p:sp>
        <p:nvSpPr>
          <p:cNvPr id="196" name="Shape 196"/>
          <p:cNvSpPr/>
          <p:nvPr/>
        </p:nvSpPr>
        <p:spPr>
          <a:xfrm>
            <a:off x="3944648" y="1903542"/>
            <a:ext cx="2025354" cy="393105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0" baseline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②Preprocessing</a:t>
            </a:r>
          </a:p>
        </p:txBody>
      </p:sp>
      <p:pic>
        <p:nvPicPr>
          <p:cNvPr id="197" name="Shape 1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06532" y="973637"/>
            <a:ext cx="987551" cy="987551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Shape 198"/>
          <p:cNvSpPr/>
          <p:nvPr/>
        </p:nvSpPr>
        <p:spPr>
          <a:xfrm>
            <a:off x="5991712" y="1928207"/>
            <a:ext cx="1416508" cy="393105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0" baseline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③Filtering</a:t>
            </a:r>
          </a:p>
        </p:txBody>
      </p:sp>
      <p:sp>
        <p:nvSpPr>
          <p:cNvPr id="199" name="Shape 199"/>
          <p:cNvSpPr/>
          <p:nvPr/>
        </p:nvSpPr>
        <p:spPr>
          <a:xfrm>
            <a:off x="1948460" y="909384"/>
            <a:ext cx="5520583" cy="1668286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dashDot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baseline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Shape 200"/>
          <p:cNvSpPr txBox="1"/>
          <p:nvPr/>
        </p:nvSpPr>
        <p:spPr>
          <a:xfrm>
            <a:off x="3614301" y="2219241"/>
            <a:ext cx="223495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1" baseline="0" i="0" lang="en-US" sz="1800" u="none" cap="none" strike="noStrike">
                <a:solidFill>
                  <a:schemeClr val="dk1"/>
                </a:solidFill>
                <a:latin typeface="Corben"/>
                <a:ea typeface="Corben"/>
                <a:cs typeface="Corben"/>
                <a:sym typeface="Corben"/>
              </a:rPr>
              <a:t>A. </a:t>
            </a:r>
            <a:r>
              <a:rPr b="1" baseline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Extraction</a:t>
            </a:r>
          </a:p>
        </p:txBody>
      </p:sp>
      <p:pic>
        <p:nvPicPr>
          <p:cNvPr id="201" name="Shape 20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84923" y="2972434"/>
            <a:ext cx="987551" cy="987551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Shape 202"/>
          <p:cNvSpPr/>
          <p:nvPr/>
        </p:nvSpPr>
        <p:spPr>
          <a:xfrm>
            <a:off x="1881850" y="3992617"/>
            <a:ext cx="2038928" cy="493775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0" baseline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④Phrase Generation</a:t>
            </a:r>
          </a:p>
        </p:txBody>
      </p:sp>
      <p:pic>
        <p:nvPicPr>
          <p:cNvPr id="203" name="Shape 20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19876" y="2978892"/>
            <a:ext cx="987551" cy="987551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Shape 204"/>
          <p:cNvSpPr/>
          <p:nvPr/>
        </p:nvSpPr>
        <p:spPr>
          <a:xfrm>
            <a:off x="4083496" y="3950710"/>
            <a:ext cx="1913939" cy="592955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0" baseline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⑤Topic Grouping</a:t>
            </a:r>
          </a:p>
        </p:txBody>
      </p:sp>
      <p:cxnSp>
        <p:nvCxnSpPr>
          <p:cNvPr id="205" name="Shape 205"/>
          <p:cNvCxnSpPr/>
          <p:nvPr/>
        </p:nvCxnSpPr>
        <p:spPr>
          <a:xfrm>
            <a:off x="3614746" y="1441153"/>
            <a:ext cx="599001" cy="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miter/>
            <a:headEnd len="med" w="med" type="none"/>
            <a:tailEnd len="lg" w="lg" type="triangle"/>
          </a:ln>
        </p:spPr>
      </p:cxnSp>
      <p:cxnSp>
        <p:nvCxnSpPr>
          <p:cNvPr id="206" name="Shape 206"/>
          <p:cNvCxnSpPr/>
          <p:nvPr/>
        </p:nvCxnSpPr>
        <p:spPr>
          <a:xfrm>
            <a:off x="5538555" y="1441153"/>
            <a:ext cx="606544" cy="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miter/>
            <a:headEnd len="med" w="med" type="none"/>
            <a:tailEnd len="lg" w="lg" type="triangle"/>
          </a:ln>
        </p:spPr>
      </p:cxnSp>
      <p:cxnSp>
        <p:nvCxnSpPr>
          <p:cNvPr id="207" name="Shape 207"/>
          <p:cNvCxnSpPr>
            <a:endCxn id="201" idx="0"/>
          </p:cNvCxnSpPr>
          <p:nvPr/>
        </p:nvCxnSpPr>
        <p:spPr>
          <a:xfrm>
            <a:off x="2878699" y="2261134"/>
            <a:ext cx="0" cy="71130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dot"/>
            <a:miter/>
            <a:headEnd len="med" w="med" type="none"/>
            <a:tailEnd len="lg" w="lg" type="triangle"/>
          </a:ln>
        </p:spPr>
      </p:cxnSp>
      <p:cxnSp>
        <p:nvCxnSpPr>
          <p:cNvPr id="208" name="Shape 208"/>
          <p:cNvCxnSpPr>
            <a:endCxn id="203" idx="0"/>
          </p:cNvCxnSpPr>
          <p:nvPr/>
        </p:nvCxnSpPr>
        <p:spPr>
          <a:xfrm>
            <a:off x="5113652" y="2598192"/>
            <a:ext cx="0" cy="38070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miter/>
            <a:headEnd len="med" w="med" type="none"/>
            <a:tailEnd len="lg" w="lg" type="triangle"/>
          </a:ln>
        </p:spPr>
      </p:cxnSp>
      <p:sp>
        <p:nvSpPr>
          <p:cNvPr id="209" name="Shape 209"/>
          <p:cNvSpPr/>
          <p:nvPr/>
        </p:nvSpPr>
        <p:spPr>
          <a:xfrm>
            <a:off x="1948461" y="2916309"/>
            <a:ext cx="5520581" cy="1913287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dashDot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baseline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0" name="Shape 2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791519" y="3272189"/>
            <a:ext cx="532731" cy="532731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Shape 211"/>
          <p:cNvSpPr txBox="1"/>
          <p:nvPr/>
        </p:nvSpPr>
        <p:spPr>
          <a:xfrm>
            <a:off x="3222716" y="4471442"/>
            <a:ext cx="297206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1" baseline="0" i="0" lang="en-US" sz="1800" u="none" cap="none" strike="noStrike">
                <a:solidFill>
                  <a:schemeClr val="dk1"/>
                </a:solidFill>
                <a:latin typeface="Corben"/>
                <a:ea typeface="Corben"/>
                <a:cs typeface="Corben"/>
                <a:sym typeface="Corben"/>
              </a:rPr>
              <a:t>B.</a:t>
            </a:r>
            <a:r>
              <a:rPr b="1" baseline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App Issue Generation</a:t>
            </a:r>
          </a:p>
        </p:txBody>
      </p:sp>
      <p:cxnSp>
        <p:nvCxnSpPr>
          <p:cNvPr id="212" name="Shape 212"/>
          <p:cNvCxnSpPr/>
          <p:nvPr/>
        </p:nvCxnSpPr>
        <p:spPr>
          <a:xfrm>
            <a:off x="5633555" y="3472669"/>
            <a:ext cx="491613" cy="8405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dot"/>
            <a:miter/>
            <a:headEnd len="med" w="med" type="none"/>
            <a:tailEnd len="lg" w="lg" type="triangle"/>
          </a:ln>
        </p:spPr>
      </p:cxnSp>
      <p:sp>
        <p:nvSpPr>
          <p:cNvPr id="213" name="Shape 213"/>
          <p:cNvSpPr/>
          <p:nvPr/>
        </p:nvSpPr>
        <p:spPr>
          <a:xfrm>
            <a:off x="6101750" y="3940396"/>
            <a:ext cx="1404197" cy="592955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0" baseline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⑥Issue Prioritizing</a:t>
            </a:r>
          </a:p>
        </p:txBody>
      </p:sp>
      <p:pic>
        <p:nvPicPr>
          <p:cNvPr id="214" name="Shape 2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43164" y="941217"/>
            <a:ext cx="987551" cy="987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Shape 215"/>
          <p:cNvPicPr preferRelativeResize="0"/>
          <p:nvPr/>
        </p:nvPicPr>
        <p:blipFill rotWithShape="1">
          <a:blip r:embed="rId8">
            <a:alphaModFix/>
          </a:blip>
          <a:srcRect b="31163" l="0" r="0" t="0"/>
          <a:stretch/>
        </p:blipFill>
        <p:spPr>
          <a:xfrm>
            <a:off x="2537331" y="5212167"/>
            <a:ext cx="2144707" cy="987551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Shape 216"/>
          <p:cNvSpPr/>
          <p:nvPr/>
        </p:nvSpPr>
        <p:spPr>
          <a:xfrm>
            <a:off x="1948459" y="5198694"/>
            <a:ext cx="5520584" cy="1641691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dashDot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baseline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Shape 217"/>
          <p:cNvSpPr txBox="1"/>
          <p:nvPr/>
        </p:nvSpPr>
        <p:spPr>
          <a:xfrm>
            <a:off x="2805152" y="6475292"/>
            <a:ext cx="41903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1" baseline="0" i="0" lang="en-US" sz="1800" u="none" cap="none" strike="noStrike">
                <a:solidFill>
                  <a:schemeClr val="dk1"/>
                </a:solidFill>
                <a:latin typeface="Corben"/>
                <a:ea typeface="Corben"/>
                <a:cs typeface="Corben"/>
                <a:sym typeface="Corben"/>
              </a:rPr>
              <a:t>C.</a:t>
            </a:r>
            <a:r>
              <a:rPr b="1" baseline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Visualization and Issue Analysis</a:t>
            </a:r>
          </a:p>
        </p:txBody>
      </p:sp>
      <p:cxnSp>
        <p:nvCxnSpPr>
          <p:cNvPr id="218" name="Shape 218"/>
          <p:cNvCxnSpPr/>
          <p:nvPr/>
        </p:nvCxnSpPr>
        <p:spPr>
          <a:xfrm>
            <a:off x="4634521" y="4829598"/>
            <a:ext cx="0" cy="380773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miter/>
            <a:headEnd len="med" w="med" type="none"/>
            <a:tailEnd len="lg" w="lg" type="triangle"/>
          </a:ln>
        </p:spPr>
      </p:cxnSp>
      <p:pic>
        <p:nvPicPr>
          <p:cNvPr id="219" name="Shape 2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348019" y="2969015"/>
            <a:ext cx="996266" cy="10180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Shape 2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336226" y="2986484"/>
            <a:ext cx="987551" cy="987551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Shape 221"/>
          <p:cNvSpPr/>
          <p:nvPr/>
        </p:nvSpPr>
        <p:spPr>
          <a:xfrm>
            <a:off x="6168844" y="2759301"/>
            <a:ext cx="1595824" cy="1513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0" baseline="0" i="0" lang="en-US" sz="120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1.</a:t>
            </a:r>
            <a:r>
              <a:rPr b="0" baseline="0" i="0" lang="en-US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Call quality</a:t>
            </a:r>
          </a:p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0" baseline="0" i="0" lang="en-US" sz="120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2.</a:t>
            </a:r>
            <a:r>
              <a:rPr b="0" baseline="0" i="0" lang="en-US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Free stickers</a:t>
            </a:r>
          </a:p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0" baseline="0" i="0" lang="en-US" sz="120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3.</a:t>
            </a:r>
            <a:r>
              <a:rPr b="0" baseline="0" i="0" lang="en-US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Galaxy tab</a:t>
            </a:r>
          </a:p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0" baseline="0" i="0" lang="en-US" sz="120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4.</a:t>
            </a:r>
            <a:r>
              <a:rPr b="0" baseline="0" i="0" lang="en-US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…..</a:t>
            </a:r>
          </a:p>
        </p:txBody>
      </p:sp>
      <p:pic>
        <p:nvPicPr>
          <p:cNvPr id="222" name="Shape 22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 flipH="1">
            <a:off x="5368851" y="5245057"/>
            <a:ext cx="1158765" cy="9875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3" name="Shape 223"/>
          <p:cNvGrpSpPr/>
          <p:nvPr/>
        </p:nvGrpSpPr>
        <p:grpSpPr>
          <a:xfrm>
            <a:off x="2325373" y="973637"/>
            <a:ext cx="1092444" cy="1005098"/>
            <a:chOff x="1311432" y="2022866"/>
            <a:chExt cx="1139531" cy="1002892"/>
          </a:xfrm>
        </p:grpSpPr>
        <p:pic>
          <p:nvPicPr>
            <p:cNvPr id="224" name="Shape 224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1392234" y="2486041"/>
              <a:ext cx="400634" cy="40063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5" name="Shape 225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1644057" y="2314647"/>
              <a:ext cx="419331" cy="41933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6" name="Shape 226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1311432" y="2044759"/>
              <a:ext cx="474282" cy="4742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7" name="Shape 227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1699007" y="2022866"/>
              <a:ext cx="419331" cy="41933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8" name="Shape 228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1726835" y="2586024"/>
              <a:ext cx="439734" cy="43973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9" name="Shape 229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1981919" y="2264934"/>
              <a:ext cx="469044" cy="46904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0" name="Shape 230"/>
          <p:cNvSpPr/>
          <p:nvPr/>
        </p:nvSpPr>
        <p:spPr>
          <a:xfrm>
            <a:off x="2317227" y="6218810"/>
            <a:ext cx="2562308" cy="366341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0" baseline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⑦Visualization</a:t>
            </a:r>
          </a:p>
        </p:txBody>
      </p:sp>
      <p:sp>
        <p:nvSpPr>
          <p:cNvPr id="231" name="Shape 231"/>
          <p:cNvSpPr/>
          <p:nvPr/>
        </p:nvSpPr>
        <p:spPr>
          <a:xfrm>
            <a:off x="5057973" y="6226658"/>
            <a:ext cx="1908782" cy="366341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0" baseline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⑧Issue Analysis</a:t>
            </a:r>
          </a:p>
        </p:txBody>
      </p:sp>
      <p:cxnSp>
        <p:nvCxnSpPr>
          <p:cNvPr id="232" name="Shape 232"/>
          <p:cNvCxnSpPr/>
          <p:nvPr/>
        </p:nvCxnSpPr>
        <p:spPr>
          <a:xfrm>
            <a:off x="4822421" y="5764960"/>
            <a:ext cx="599001" cy="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dot"/>
            <a:miter/>
            <a:headEnd len="med" w="med" type="none"/>
            <a:tailEnd len="lg" w="lg" type="triangle"/>
          </a:ln>
        </p:spPr>
      </p:cxnSp>
    </p:spTree>
  </p:cSld>
  <p:clrMapOvr>
    <a:masterClrMapping/>
  </p:clrMapOvr>
  <p:transition spd="slow">
    <p:cut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Shape 237"/>
          <p:cNvSpPr txBox="1"/>
          <p:nvPr/>
        </p:nvSpPr>
        <p:spPr>
          <a:xfrm>
            <a:off x="695325" y="367050"/>
            <a:ext cx="2511599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1" lang="en-US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Crawling</a:t>
            </a:r>
          </a:p>
        </p:txBody>
      </p:sp>
      <p:pic>
        <p:nvPicPr>
          <p:cNvPr id="238" name="Shape 2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3777" y="1824670"/>
            <a:ext cx="1323300" cy="1507199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Shape 239"/>
          <p:cNvSpPr/>
          <p:nvPr/>
        </p:nvSpPr>
        <p:spPr>
          <a:xfrm rot="-3651">
            <a:off x="4494334" y="2576914"/>
            <a:ext cx="1129800" cy="155099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baseline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0" name="Shape 240"/>
          <p:cNvGraphicFramePr/>
          <p:nvPr/>
        </p:nvGraphicFramePr>
        <p:xfrm>
          <a:off x="5885296" y="2149458"/>
          <a:ext cx="3000000" cy="3000000"/>
        </p:xfrm>
        <a:graphic>
          <a:graphicData uri="http://schemas.openxmlformats.org/drawingml/2006/table">
            <a:tbl>
              <a:tblPr bandRow="1" firstRow="1">
                <a:gradFill>
                  <a:gsLst>
                    <a:gs pos="0">
                      <a:srgbClr val="B4D4A5"/>
                    </a:gs>
                    <a:gs pos="50000">
                      <a:srgbClr val="A8CD97"/>
                    </a:gs>
                    <a:gs pos="100000">
                      <a:srgbClr val="9BC985"/>
                    </a:gs>
                  </a:gsLst>
                  <a:lin ang="5400000" scaled="0"/>
                </a:gradFill>
                <a:tableStyleId>{CDBAA8AE-613C-4416-A854-4FE3A7FF6850}</a:tableStyleId>
              </a:tblPr>
              <a:tblGrid>
                <a:gridCol w="1327350"/>
                <a:gridCol w="1265475"/>
              </a:tblGrid>
              <a:tr h="34390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baseline="0" lang="en-US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App</a:t>
                      </a:r>
                      <a:r>
                        <a:rPr lang="en-US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 #</a:t>
                      </a:r>
                      <a:r>
                        <a:rPr baseline="0" lang="en-US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</a:p>
                  </a:txBody>
                  <a:tcPr marT="24675" marB="24675" marR="49350" marL="49350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baseline="0" lang="en-US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37</a:t>
                      </a:r>
                    </a:p>
                  </a:txBody>
                  <a:tcPr marT="24675" marB="24675" marR="49350" marL="49350" anchor="ctr"/>
                </a:tc>
              </a:tr>
              <a:tr h="34390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baseline="0" lang="en-US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Review </a:t>
                      </a:r>
                      <a:r>
                        <a:rPr lang="en-US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#</a:t>
                      </a:r>
                      <a:r>
                        <a:rPr baseline="0" lang="en-US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</a:p>
                  </a:txBody>
                  <a:tcPr marT="24675" marB="24675" marR="49350" marL="49350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baseline="0" lang="en-US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2,089,737</a:t>
                      </a:r>
                    </a:p>
                  </a:txBody>
                  <a:tcPr marT="24675" marB="24675" marR="49350" marL="49350" anchor="ctr"/>
                </a:tc>
              </a:tr>
              <a:tr h="34390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baseline="0" lang="en-US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Time Period</a:t>
                      </a:r>
                    </a:p>
                  </a:txBody>
                  <a:tcPr marT="24675" marB="24675" marR="49350" marL="49350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baseline="0" lang="en-US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10 months</a:t>
                      </a:r>
                    </a:p>
                  </a:txBody>
                  <a:tcPr marT="24675" marB="24675" marR="49350" marL="49350" anchor="ctr"/>
                </a:tc>
              </a:tr>
            </a:tbl>
          </a:graphicData>
        </a:graphic>
      </p:graphicFrame>
      <p:graphicFrame>
        <p:nvGraphicFramePr>
          <p:cNvPr id="241" name="Shape 241"/>
          <p:cNvGraphicFramePr/>
          <p:nvPr/>
        </p:nvGraphicFramePr>
        <p:xfrm>
          <a:off x="593775" y="460591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{3EE5B4B3-6FB5-498B-B6A1-5490CBAC1867}</a:tableStyleId>
              </a:tblPr>
              <a:tblGrid>
                <a:gridCol w="598375"/>
                <a:gridCol w="886475"/>
                <a:gridCol w="2709075"/>
                <a:gridCol w="1556350"/>
                <a:gridCol w="866575"/>
                <a:gridCol w="1468550"/>
              </a:tblGrid>
              <a:tr h="43900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baseline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ID</a:t>
                      </a:r>
                    </a:p>
                  </a:txBody>
                  <a:tcPr marT="45725" marB="45725" marR="91450" marL="91450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baseline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Title</a:t>
                      </a:r>
                    </a:p>
                  </a:txBody>
                  <a:tcPr marT="45725" marB="45725" marR="91450" marL="91450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baseline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Review</a:t>
                      </a:r>
                    </a:p>
                  </a:txBody>
                  <a:tcPr marT="45725" marB="45725" marR="91450" marL="91450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baseline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Date</a:t>
                      </a:r>
                    </a:p>
                  </a:txBody>
                  <a:tcPr marT="45725" marB="45725" marR="91450" marL="91450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baseline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Stars</a:t>
                      </a:r>
                    </a:p>
                  </a:txBody>
                  <a:tcPr marT="45725" marB="45725" marR="91450" marL="91450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baseline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Version</a:t>
                      </a:r>
                    </a:p>
                  </a:txBody>
                  <a:tcPr marT="45725" marB="45725" marR="91450" marL="91450" anchor="ctr"/>
                </a:tc>
              </a:tr>
              <a:tr h="81495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baseline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T="45725" marB="45725" marR="91450" marL="91450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baseline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Crash</a:t>
                      </a:r>
                    </a:p>
                  </a:txBody>
                  <a:tcPr marT="45725" marB="45725" marR="91450" marL="91450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baseline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Like it cause it doesn’t crash on androids</a:t>
                      </a:r>
                    </a:p>
                  </a:txBody>
                  <a:tcPr marT="45725" marB="45725" marR="91450" marL="91450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baseline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2014-11-09T08:55:47</a:t>
                      </a:r>
                    </a:p>
                  </a:txBody>
                  <a:tcPr marT="45725" marB="45725" marR="91450" marL="91450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baseline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</a:p>
                  </a:txBody>
                  <a:tcPr marT="45725" marB="45725" marR="91450" marL="91450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t/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aseline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15.0.0.15.13</a:t>
                      </a: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buNone/>
                      </a:pPr>
                      <a:r>
                        <a:t/>
                      </a:r>
                      <a:endParaRPr baseline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242" name="Shape 24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baseline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  <p:sp>
        <p:nvSpPr>
          <p:cNvPr id="243" name="Shape 243"/>
          <p:cNvSpPr/>
          <p:nvPr/>
        </p:nvSpPr>
        <p:spPr>
          <a:xfrm rot="-3651">
            <a:off x="1993284" y="2594326"/>
            <a:ext cx="1129800" cy="155099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baseline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4" name="Shape 2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52709" y="2200735"/>
            <a:ext cx="911999" cy="907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Shape 245"/>
          <p:cNvSpPr txBox="1"/>
          <p:nvPr/>
        </p:nvSpPr>
        <p:spPr>
          <a:xfrm>
            <a:off x="513725" y="3300325"/>
            <a:ext cx="1847999" cy="2876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-US" sz="2000"/>
              <a:t>Google Play</a:t>
            </a:r>
          </a:p>
        </p:txBody>
      </p:sp>
      <p:sp>
        <p:nvSpPr>
          <p:cNvPr id="246" name="Shape 246"/>
          <p:cNvSpPr txBox="1"/>
          <p:nvPr/>
        </p:nvSpPr>
        <p:spPr>
          <a:xfrm>
            <a:off x="3276500" y="3300325"/>
            <a:ext cx="1063800" cy="2876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2000"/>
              <a:t>Crawler</a:t>
            </a:r>
          </a:p>
        </p:txBody>
      </p:sp>
    </p:spTree>
  </p:cSld>
  <p:clrMapOvr>
    <a:masterClrMapping/>
  </p:clrMapOvr>
  <p:transition spd="slow">
    <p:cut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Shape 251"/>
          <p:cNvSpPr/>
          <p:nvPr/>
        </p:nvSpPr>
        <p:spPr>
          <a:xfrm>
            <a:off x="3633642" y="1753317"/>
            <a:ext cx="1728192" cy="725664"/>
          </a:xfrm>
          <a:prstGeom prst="flowChartMagneticDisk">
            <a:avLst/>
          </a:prstGeom>
          <a:solidFill>
            <a:schemeClr val="accent6"/>
          </a:solidFill>
          <a:ln cap="flat" cmpd="sng" w="19050">
            <a:solidFill>
              <a:schemeClr val="lt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0" baseline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Source Data</a:t>
            </a:r>
          </a:p>
        </p:txBody>
      </p:sp>
      <p:sp>
        <p:nvSpPr>
          <p:cNvPr id="252" name="Shape 252"/>
          <p:cNvSpPr txBox="1"/>
          <p:nvPr/>
        </p:nvSpPr>
        <p:spPr>
          <a:xfrm>
            <a:off x="690562" y="1155224"/>
            <a:ext cx="818673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0" baseline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Split the data set into several small ones according to </a:t>
            </a:r>
            <a:r>
              <a:rPr b="1" baseline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version </a:t>
            </a:r>
            <a:r>
              <a:rPr b="0" baseline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1" baseline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app name</a:t>
            </a:r>
            <a:r>
              <a:rPr b="1" baseline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</p:txBody>
      </p:sp>
      <p:sp>
        <p:nvSpPr>
          <p:cNvPr id="253" name="Shape 253"/>
          <p:cNvSpPr/>
          <p:nvPr/>
        </p:nvSpPr>
        <p:spPr>
          <a:xfrm>
            <a:off x="1310753" y="2767015"/>
            <a:ext cx="1512167" cy="1368151"/>
          </a:xfrm>
          <a:prstGeom prst="flowChartAlternateProcess">
            <a:avLst/>
          </a:prstGeom>
          <a:solidFill>
            <a:schemeClr val="lt1"/>
          </a:solidFill>
          <a:ln cap="flat" cmpd="sng" w="12700">
            <a:solidFill>
              <a:srgbClr val="548135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baseline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Shape 254"/>
          <p:cNvSpPr/>
          <p:nvPr/>
        </p:nvSpPr>
        <p:spPr>
          <a:xfrm>
            <a:off x="1482554" y="3474801"/>
            <a:ext cx="476269" cy="302618"/>
          </a:xfrm>
          <a:prstGeom prst="flowChartMagneticDisk">
            <a:avLst/>
          </a:prstGeom>
          <a:solidFill>
            <a:srgbClr val="C4E0B2"/>
          </a:solidFill>
          <a:ln cap="flat" cmpd="sng" w="12700">
            <a:solidFill>
              <a:srgbClr val="385623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0" baseline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V:3</a:t>
            </a:r>
          </a:p>
        </p:txBody>
      </p:sp>
      <p:sp>
        <p:nvSpPr>
          <p:cNvPr id="255" name="Shape 255"/>
          <p:cNvSpPr/>
          <p:nvPr/>
        </p:nvSpPr>
        <p:spPr>
          <a:xfrm>
            <a:off x="1976925" y="3483705"/>
            <a:ext cx="476269" cy="302618"/>
          </a:xfrm>
          <a:prstGeom prst="flowChartMagneticDisk">
            <a:avLst/>
          </a:prstGeom>
          <a:solidFill>
            <a:srgbClr val="C4E0B2"/>
          </a:solidFill>
          <a:ln cap="flat" cmpd="sng" w="12700">
            <a:solidFill>
              <a:srgbClr val="385623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0" baseline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V:4</a:t>
            </a:r>
          </a:p>
        </p:txBody>
      </p:sp>
      <p:sp>
        <p:nvSpPr>
          <p:cNvPr id="256" name="Shape 256"/>
          <p:cNvSpPr/>
          <p:nvPr/>
        </p:nvSpPr>
        <p:spPr>
          <a:xfrm>
            <a:off x="1415440" y="3775251"/>
            <a:ext cx="471377" cy="302618"/>
          </a:xfrm>
          <a:prstGeom prst="flowChartMagneticDisk">
            <a:avLst/>
          </a:prstGeom>
          <a:solidFill>
            <a:srgbClr val="C4E0B2"/>
          </a:solidFill>
          <a:ln cap="flat" cmpd="sng" w="12700">
            <a:solidFill>
              <a:srgbClr val="385623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0" baseline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V:5</a:t>
            </a:r>
          </a:p>
        </p:txBody>
      </p:sp>
      <p:sp>
        <p:nvSpPr>
          <p:cNvPr id="257" name="Shape 257"/>
          <p:cNvSpPr/>
          <p:nvPr/>
        </p:nvSpPr>
        <p:spPr>
          <a:xfrm>
            <a:off x="1828732" y="3775251"/>
            <a:ext cx="476210" cy="302618"/>
          </a:xfrm>
          <a:prstGeom prst="flowChartMagneticDisk">
            <a:avLst/>
          </a:prstGeom>
          <a:solidFill>
            <a:srgbClr val="C4E0B2"/>
          </a:solidFill>
          <a:ln cap="flat" cmpd="sng" w="12700">
            <a:solidFill>
              <a:srgbClr val="385623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0" baseline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V:6</a:t>
            </a:r>
          </a:p>
        </p:txBody>
      </p:sp>
      <p:sp>
        <p:nvSpPr>
          <p:cNvPr id="258" name="Shape 258"/>
          <p:cNvSpPr/>
          <p:nvPr/>
        </p:nvSpPr>
        <p:spPr>
          <a:xfrm>
            <a:off x="2277185" y="3743091"/>
            <a:ext cx="476269" cy="302618"/>
          </a:xfrm>
          <a:prstGeom prst="flowChartMagneticDisk">
            <a:avLst/>
          </a:prstGeom>
          <a:solidFill>
            <a:srgbClr val="C4E0B2"/>
          </a:solidFill>
          <a:ln cap="flat" cmpd="sng" w="12700">
            <a:solidFill>
              <a:srgbClr val="385623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0" baseline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V:7</a:t>
            </a:r>
          </a:p>
        </p:txBody>
      </p:sp>
      <p:sp>
        <p:nvSpPr>
          <p:cNvPr id="259" name="Shape 259"/>
          <p:cNvSpPr/>
          <p:nvPr/>
        </p:nvSpPr>
        <p:spPr>
          <a:xfrm>
            <a:off x="1410546" y="3265193"/>
            <a:ext cx="476269" cy="288032"/>
          </a:xfrm>
          <a:prstGeom prst="flowChartMagneticDisk">
            <a:avLst/>
          </a:prstGeom>
          <a:solidFill>
            <a:srgbClr val="C4E0B2"/>
          </a:solidFill>
          <a:ln cap="flat" cmpd="sng" w="12700">
            <a:solidFill>
              <a:srgbClr val="385623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0" baseline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V:1</a:t>
            </a:r>
          </a:p>
        </p:txBody>
      </p:sp>
      <p:sp>
        <p:nvSpPr>
          <p:cNvPr id="260" name="Shape 260"/>
          <p:cNvSpPr/>
          <p:nvPr/>
        </p:nvSpPr>
        <p:spPr>
          <a:xfrm>
            <a:off x="1958825" y="3254849"/>
            <a:ext cx="476269" cy="278078"/>
          </a:xfrm>
          <a:prstGeom prst="flowChartMagneticDisk">
            <a:avLst/>
          </a:prstGeom>
          <a:solidFill>
            <a:srgbClr val="C4E0B2"/>
          </a:solidFill>
          <a:ln cap="flat" cmpd="sng" w="12700">
            <a:solidFill>
              <a:srgbClr val="385623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0" baseline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V:2</a:t>
            </a:r>
          </a:p>
        </p:txBody>
      </p:sp>
      <p:sp>
        <p:nvSpPr>
          <p:cNvPr id="261" name="Shape 261"/>
          <p:cNvSpPr txBox="1"/>
          <p:nvPr/>
        </p:nvSpPr>
        <p:spPr>
          <a:xfrm>
            <a:off x="1559969" y="2789531"/>
            <a:ext cx="101178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0" baseline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Facebook</a:t>
            </a:r>
          </a:p>
        </p:txBody>
      </p:sp>
      <p:sp>
        <p:nvSpPr>
          <p:cNvPr id="262" name="Shape 262"/>
          <p:cNvSpPr/>
          <p:nvPr/>
        </p:nvSpPr>
        <p:spPr>
          <a:xfrm>
            <a:off x="2994723" y="2767015"/>
            <a:ext cx="1512167" cy="1359171"/>
          </a:xfrm>
          <a:prstGeom prst="flowChartAlternateProcess">
            <a:avLst/>
          </a:prstGeom>
          <a:solidFill>
            <a:schemeClr val="lt1"/>
          </a:solidFill>
          <a:ln cap="flat" cmpd="sng" w="12700">
            <a:solidFill>
              <a:srgbClr val="548135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baseline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Shape 263"/>
          <p:cNvSpPr/>
          <p:nvPr/>
        </p:nvSpPr>
        <p:spPr>
          <a:xfrm>
            <a:off x="3166525" y="3465821"/>
            <a:ext cx="476269" cy="302618"/>
          </a:xfrm>
          <a:prstGeom prst="flowChartMagneticDisk">
            <a:avLst/>
          </a:prstGeom>
          <a:solidFill>
            <a:srgbClr val="C4E0B2"/>
          </a:solidFill>
          <a:ln cap="flat" cmpd="sng" w="12700">
            <a:solidFill>
              <a:srgbClr val="385623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0" baseline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V:3</a:t>
            </a:r>
          </a:p>
        </p:txBody>
      </p:sp>
      <p:sp>
        <p:nvSpPr>
          <p:cNvPr id="264" name="Shape 264"/>
          <p:cNvSpPr/>
          <p:nvPr/>
        </p:nvSpPr>
        <p:spPr>
          <a:xfrm>
            <a:off x="3660894" y="3474725"/>
            <a:ext cx="476269" cy="302618"/>
          </a:xfrm>
          <a:prstGeom prst="flowChartMagneticDisk">
            <a:avLst/>
          </a:prstGeom>
          <a:solidFill>
            <a:srgbClr val="C4E0B2"/>
          </a:solidFill>
          <a:ln cap="flat" cmpd="sng" w="12700">
            <a:solidFill>
              <a:srgbClr val="385623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0" baseline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V:4</a:t>
            </a:r>
          </a:p>
        </p:txBody>
      </p:sp>
      <p:sp>
        <p:nvSpPr>
          <p:cNvPr id="265" name="Shape 265"/>
          <p:cNvSpPr/>
          <p:nvPr/>
        </p:nvSpPr>
        <p:spPr>
          <a:xfrm>
            <a:off x="3099409" y="3766271"/>
            <a:ext cx="471377" cy="302618"/>
          </a:xfrm>
          <a:prstGeom prst="flowChartMagneticDisk">
            <a:avLst/>
          </a:prstGeom>
          <a:solidFill>
            <a:srgbClr val="C4E0B2"/>
          </a:solidFill>
          <a:ln cap="flat" cmpd="sng" w="12700">
            <a:solidFill>
              <a:srgbClr val="385623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0" baseline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V:5</a:t>
            </a:r>
          </a:p>
        </p:txBody>
      </p:sp>
      <p:sp>
        <p:nvSpPr>
          <p:cNvPr id="266" name="Shape 266"/>
          <p:cNvSpPr/>
          <p:nvPr/>
        </p:nvSpPr>
        <p:spPr>
          <a:xfrm>
            <a:off x="3512701" y="3766271"/>
            <a:ext cx="476210" cy="302618"/>
          </a:xfrm>
          <a:prstGeom prst="flowChartMagneticDisk">
            <a:avLst/>
          </a:prstGeom>
          <a:solidFill>
            <a:srgbClr val="C4E0B2"/>
          </a:solidFill>
          <a:ln cap="flat" cmpd="sng" w="12700">
            <a:solidFill>
              <a:srgbClr val="385623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0" baseline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V:6</a:t>
            </a:r>
          </a:p>
        </p:txBody>
      </p:sp>
      <p:sp>
        <p:nvSpPr>
          <p:cNvPr id="267" name="Shape 267"/>
          <p:cNvSpPr/>
          <p:nvPr/>
        </p:nvSpPr>
        <p:spPr>
          <a:xfrm>
            <a:off x="3961155" y="3734110"/>
            <a:ext cx="476269" cy="302618"/>
          </a:xfrm>
          <a:prstGeom prst="flowChartMagneticDisk">
            <a:avLst/>
          </a:prstGeom>
          <a:solidFill>
            <a:srgbClr val="C4E0B2"/>
          </a:solidFill>
          <a:ln cap="flat" cmpd="sng" w="12700">
            <a:solidFill>
              <a:srgbClr val="385623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0" baseline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V:7</a:t>
            </a:r>
          </a:p>
        </p:txBody>
      </p:sp>
      <p:sp>
        <p:nvSpPr>
          <p:cNvPr id="268" name="Shape 268"/>
          <p:cNvSpPr/>
          <p:nvPr/>
        </p:nvSpPr>
        <p:spPr>
          <a:xfrm>
            <a:off x="3094516" y="3256214"/>
            <a:ext cx="476269" cy="288032"/>
          </a:xfrm>
          <a:prstGeom prst="flowChartMagneticDisk">
            <a:avLst/>
          </a:prstGeom>
          <a:solidFill>
            <a:srgbClr val="C4E0B2"/>
          </a:solidFill>
          <a:ln cap="flat" cmpd="sng" w="12700">
            <a:solidFill>
              <a:srgbClr val="385623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0" baseline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V:1</a:t>
            </a:r>
          </a:p>
        </p:txBody>
      </p:sp>
      <p:sp>
        <p:nvSpPr>
          <p:cNvPr id="269" name="Shape 269"/>
          <p:cNvSpPr/>
          <p:nvPr/>
        </p:nvSpPr>
        <p:spPr>
          <a:xfrm>
            <a:off x="3642794" y="3245868"/>
            <a:ext cx="476269" cy="278078"/>
          </a:xfrm>
          <a:prstGeom prst="flowChartMagneticDisk">
            <a:avLst/>
          </a:prstGeom>
          <a:solidFill>
            <a:srgbClr val="C4E0B2"/>
          </a:solidFill>
          <a:ln cap="flat" cmpd="sng" w="12700">
            <a:solidFill>
              <a:srgbClr val="385623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0" baseline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V:2</a:t>
            </a:r>
          </a:p>
        </p:txBody>
      </p:sp>
      <p:sp>
        <p:nvSpPr>
          <p:cNvPr id="270" name="Shape 270"/>
          <p:cNvSpPr txBox="1"/>
          <p:nvPr/>
        </p:nvSpPr>
        <p:spPr>
          <a:xfrm>
            <a:off x="3071328" y="2734848"/>
            <a:ext cx="1343715" cy="523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0" baseline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Facebook messenger</a:t>
            </a:r>
          </a:p>
        </p:txBody>
      </p:sp>
      <p:sp>
        <p:nvSpPr>
          <p:cNvPr id="271" name="Shape 271"/>
          <p:cNvSpPr/>
          <p:nvPr/>
        </p:nvSpPr>
        <p:spPr>
          <a:xfrm>
            <a:off x="4650907" y="2767015"/>
            <a:ext cx="1512167" cy="1359171"/>
          </a:xfrm>
          <a:prstGeom prst="flowChartAlternateProcess">
            <a:avLst/>
          </a:prstGeom>
          <a:solidFill>
            <a:schemeClr val="lt1"/>
          </a:solidFill>
          <a:ln cap="flat" cmpd="sng" w="12700">
            <a:solidFill>
              <a:srgbClr val="548135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baseline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Shape 272"/>
          <p:cNvSpPr/>
          <p:nvPr/>
        </p:nvSpPr>
        <p:spPr>
          <a:xfrm>
            <a:off x="4822708" y="3465821"/>
            <a:ext cx="476269" cy="302618"/>
          </a:xfrm>
          <a:prstGeom prst="flowChartMagneticDisk">
            <a:avLst/>
          </a:prstGeom>
          <a:solidFill>
            <a:srgbClr val="C4E0B2"/>
          </a:solidFill>
          <a:ln cap="flat" cmpd="sng" w="12700">
            <a:solidFill>
              <a:srgbClr val="385623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0" baseline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V:3</a:t>
            </a:r>
          </a:p>
        </p:txBody>
      </p:sp>
      <p:sp>
        <p:nvSpPr>
          <p:cNvPr id="273" name="Shape 273"/>
          <p:cNvSpPr/>
          <p:nvPr/>
        </p:nvSpPr>
        <p:spPr>
          <a:xfrm>
            <a:off x="5317078" y="3474725"/>
            <a:ext cx="476269" cy="302618"/>
          </a:xfrm>
          <a:prstGeom prst="flowChartMagneticDisk">
            <a:avLst/>
          </a:prstGeom>
          <a:solidFill>
            <a:srgbClr val="C4E0B2"/>
          </a:solidFill>
          <a:ln cap="flat" cmpd="sng" w="12700">
            <a:solidFill>
              <a:srgbClr val="385623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0" baseline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V:4</a:t>
            </a:r>
          </a:p>
        </p:txBody>
      </p:sp>
      <p:sp>
        <p:nvSpPr>
          <p:cNvPr id="274" name="Shape 274"/>
          <p:cNvSpPr/>
          <p:nvPr/>
        </p:nvSpPr>
        <p:spPr>
          <a:xfrm>
            <a:off x="4755594" y="3766271"/>
            <a:ext cx="471377" cy="302618"/>
          </a:xfrm>
          <a:prstGeom prst="flowChartMagneticDisk">
            <a:avLst/>
          </a:prstGeom>
          <a:solidFill>
            <a:srgbClr val="C4E0B2"/>
          </a:solidFill>
          <a:ln cap="flat" cmpd="sng" w="12700">
            <a:solidFill>
              <a:srgbClr val="385623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0" baseline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V:5</a:t>
            </a:r>
          </a:p>
        </p:txBody>
      </p:sp>
      <p:sp>
        <p:nvSpPr>
          <p:cNvPr id="275" name="Shape 275"/>
          <p:cNvSpPr/>
          <p:nvPr/>
        </p:nvSpPr>
        <p:spPr>
          <a:xfrm>
            <a:off x="5168885" y="3766271"/>
            <a:ext cx="476210" cy="302618"/>
          </a:xfrm>
          <a:prstGeom prst="flowChartMagneticDisk">
            <a:avLst/>
          </a:prstGeom>
          <a:solidFill>
            <a:srgbClr val="C4E0B2"/>
          </a:solidFill>
          <a:ln cap="flat" cmpd="sng" w="12700">
            <a:solidFill>
              <a:srgbClr val="385623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0" baseline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V:6</a:t>
            </a:r>
          </a:p>
        </p:txBody>
      </p:sp>
      <p:sp>
        <p:nvSpPr>
          <p:cNvPr id="276" name="Shape 276"/>
          <p:cNvSpPr/>
          <p:nvPr/>
        </p:nvSpPr>
        <p:spPr>
          <a:xfrm>
            <a:off x="5617339" y="3734110"/>
            <a:ext cx="476269" cy="302618"/>
          </a:xfrm>
          <a:prstGeom prst="flowChartMagneticDisk">
            <a:avLst/>
          </a:prstGeom>
          <a:solidFill>
            <a:srgbClr val="C4E0B2"/>
          </a:solidFill>
          <a:ln cap="flat" cmpd="sng" w="12700">
            <a:solidFill>
              <a:srgbClr val="385623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0" baseline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V:7</a:t>
            </a:r>
          </a:p>
        </p:txBody>
      </p:sp>
      <p:sp>
        <p:nvSpPr>
          <p:cNvPr id="277" name="Shape 277"/>
          <p:cNvSpPr/>
          <p:nvPr/>
        </p:nvSpPr>
        <p:spPr>
          <a:xfrm>
            <a:off x="4750701" y="3256214"/>
            <a:ext cx="476269" cy="288032"/>
          </a:xfrm>
          <a:prstGeom prst="flowChartMagneticDisk">
            <a:avLst/>
          </a:prstGeom>
          <a:solidFill>
            <a:srgbClr val="C4E0B2"/>
          </a:solidFill>
          <a:ln cap="flat" cmpd="sng" w="12700">
            <a:solidFill>
              <a:srgbClr val="385623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0" baseline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V:1</a:t>
            </a:r>
          </a:p>
        </p:txBody>
      </p:sp>
      <p:sp>
        <p:nvSpPr>
          <p:cNvPr id="278" name="Shape 278"/>
          <p:cNvSpPr/>
          <p:nvPr/>
        </p:nvSpPr>
        <p:spPr>
          <a:xfrm>
            <a:off x="5298978" y="3245868"/>
            <a:ext cx="476269" cy="278078"/>
          </a:xfrm>
          <a:prstGeom prst="flowChartMagneticDisk">
            <a:avLst/>
          </a:prstGeom>
          <a:solidFill>
            <a:srgbClr val="C4E0B2"/>
          </a:solidFill>
          <a:ln cap="flat" cmpd="sng" w="12700">
            <a:solidFill>
              <a:srgbClr val="385623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0" baseline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V:2</a:t>
            </a:r>
          </a:p>
        </p:txBody>
      </p:sp>
      <p:sp>
        <p:nvSpPr>
          <p:cNvPr id="279" name="Shape 279"/>
          <p:cNvSpPr txBox="1"/>
          <p:nvPr/>
        </p:nvSpPr>
        <p:spPr>
          <a:xfrm>
            <a:off x="4757553" y="2805115"/>
            <a:ext cx="124691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0" baseline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Viber</a:t>
            </a:r>
          </a:p>
        </p:txBody>
      </p:sp>
      <p:sp>
        <p:nvSpPr>
          <p:cNvPr id="280" name="Shape 280"/>
          <p:cNvSpPr/>
          <p:nvPr/>
        </p:nvSpPr>
        <p:spPr>
          <a:xfrm>
            <a:off x="6307091" y="2767015"/>
            <a:ext cx="1512167" cy="1359171"/>
          </a:xfrm>
          <a:prstGeom prst="flowChartAlternateProcess">
            <a:avLst/>
          </a:prstGeom>
          <a:solidFill>
            <a:schemeClr val="lt1"/>
          </a:solidFill>
          <a:ln cap="flat" cmpd="sng" w="12700">
            <a:solidFill>
              <a:srgbClr val="548135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baseline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Shape 281"/>
          <p:cNvSpPr/>
          <p:nvPr/>
        </p:nvSpPr>
        <p:spPr>
          <a:xfrm>
            <a:off x="6478892" y="3465821"/>
            <a:ext cx="476269" cy="302618"/>
          </a:xfrm>
          <a:prstGeom prst="flowChartMagneticDisk">
            <a:avLst/>
          </a:prstGeom>
          <a:solidFill>
            <a:srgbClr val="C4E0B2"/>
          </a:solidFill>
          <a:ln cap="flat" cmpd="sng" w="12700">
            <a:solidFill>
              <a:srgbClr val="385623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0" baseline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V:3</a:t>
            </a:r>
          </a:p>
        </p:txBody>
      </p:sp>
      <p:sp>
        <p:nvSpPr>
          <p:cNvPr id="282" name="Shape 282"/>
          <p:cNvSpPr/>
          <p:nvPr/>
        </p:nvSpPr>
        <p:spPr>
          <a:xfrm>
            <a:off x="6973263" y="3474725"/>
            <a:ext cx="476269" cy="302618"/>
          </a:xfrm>
          <a:prstGeom prst="flowChartMagneticDisk">
            <a:avLst/>
          </a:prstGeom>
          <a:solidFill>
            <a:srgbClr val="C4E0B2"/>
          </a:solidFill>
          <a:ln cap="flat" cmpd="sng" w="12700">
            <a:solidFill>
              <a:srgbClr val="385623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0" baseline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V:4</a:t>
            </a:r>
          </a:p>
        </p:txBody>
      </p:sp>
      <p:sp>
        <p:nvSpPr>
          <p:cNvPr id="283" name="Shape 283"/>
          <p:cNvSpPr/>
          <p:nvPr/>
        </p:nvSpPr>
        <p:spPr>
          <a:xfrm>
            <a:off x="6411778" y="3766271"/>
            <a:ext cx="471377" cy="302618"/>
          </a:xfrm>
          <a:prstGeom prst="flowChartMagneticDisk">
            <a:avLst/>
          </a:prstGeom>
          <a:solidFill>
            <a:srgbClr val="C4E0B2"/>
          </a:solidFill>
          <a:ln cap="flat" cmpd="sng" w="12700">
            <a:solidFill>
              <a:srgbClr val="385623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0" baseline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V:5</a:t>
            </a:r>
          </a:p>
        </p:txBody>
      </p:sp>
      <p:sp>
        <p:nvSpPr>
          <p:cNvPr id="284" name="Shape 284"/>
          <p:cNvSpPr/>
          <p:nvPr/>
        </p:nvSpPr>
        <p:spPr>
          <a:xfrm>
            <a:off x="6825070" y="3766271"/>
            <a:ext cx="476210" cy="302618"/>
          </a:xfrm>
          <a:prstGeom prst="flowChartMagneticDisk">
            <a:avLst/>
          </a:prstGeom>
          <a:solidFill>
            <a:srgbClr val="C4E0B2"/>
          </a:solidFill>
          <a:ln cap="flat" cmpd="sng" w="12700">
            <a:solidFill>
              <a:srgbClr val="385623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0" baseline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V:6</a:t>
            </a:r>
          </a:p>
        </p:txBody>
      </p:sp>
      <p:sp>
        <p:nvSpPr>
          <p:cNvPr id="285" name="Shape 285"/>
          <p:cNvSpPr/>
          <p:nvPr/>
        </p:nvSpPr>
        <p:spPr>
          <a:xfrm>
            <a:off x="7273524" y="3734110"/>
            <a:ext cx="476269" cy="302618"/>
          </a:xfrm>
          <a:prstGeom prst="flowChartMagneticDisk">
            <a:avLst/>
          </a:prstGeom>
          <a:solidFill>
            <a:srgbClr val="C4E0B2"/>
          </a:solidFill>
          <a:ln cap="flat" cmpd="sng" w="12700">
            <a:solidFill>
              <a:srgbClr val="385623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0" baseline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V:7</a:t>
            </a:r>
          </a:p>
        </p:txBody>
      </p:sp>
      <p:sp>
        <p:nvSpPr>
          <p:cNvPr id="286" name="Shape 286"/>
          <p:cNvSpPr/>
          <p:nvPr/>
        </p:nvSpPr>
        <p:spPr>
          <a:xfrm>
            <a:off x="6406885" y="3256214"/>
            <a:ext cx="476269" cy="288032"/>
          </a:xfrm>
          <a:prstGeom prst="flowChartMagneticDisk">
            <a:avLst/>
          </a:prstGeom>
          <a:solidFill>
            <a:srgbClr val="C4E0B2"/>
          </a:solidFill>
          <a:ln cap="flat" cmpd="sng" w="12700">
            <a:solidFill>
              <a:srgbClr val="385623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0" baseline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V:1</a:t>
            </a:r>
          </a:p>
        </p:txBody>
      </p:sp>
      <p:sp>
        <p:nvSpPr>
          <p:cNvPr id="287" name="Shape 287"/>
          <p:cNvSpPr/>
          <p:nvPr/>
        </p:nvSpPr>
        <p:spPr>
          <a:xfrm>
            <a:off x="6955163" y="3245868"/>
            <a:ext cx="476269" cy="278078"/>
          </a:xfrm>
          <a:prstGeom prst="flowChartMagneticDisk">
            <a:avLst/>
          </a:prstGeom>
          <a:solidFill>
            <a:srgbClr val="C4E0B2"/>
          </a:solidFill>
          <a:ln cap="flat" cmpd="sng" w="12700">
            <a:solidFill>
              <a:srgbClr val="385623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0" baseline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V:2</a:t>
            </a:r>
          </a:p>
        </p:txBody>
      </p:sp>
      <p:sp>
        <p:nvSpPr>
          <p:cNvPr id="288" name="Shape 288"/>
          <p:cNvSpPr txBox="1"/>
          <p:nvPr/>
        </p:nvSpPr>
        <p:spPr>
          <a:xfrm>
            <a:off x="6600825" y="2799100"/>
            <a:ext cx="99059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0" baseline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Instagram</a:t>
            </a:r>
          </a:p>
        </p:txBody>
      </p:sp>
      <p:sp>
        <p:nvSpPr>
          <p:cNvPr id="289" name="Shape 289"/>
          <p:cNvSpPr/>
          <p:nvPr/>
        </p:nvSpPr>
        <p:spPr>
          <a:xfrm>
            <a:off x="1105079" y="1685016"/>
            <a:ext cx="6840747" cy="2578410"/>
          </a:xfrm>
          <a:prstGeom prst="rect">
            <a:avLst/>
          </a:prstGeom>
          <a:noFill/>
          <a:ln cap="flat" cmpd="sng" w="12700">
            <a:solidFill>
              <a:srgbClr val="00B050"/>
            </a:solidFill>
            <a:prstDash val="dash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baseline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Shape 290"/>
          <p:cNvSpPr txBox="1"/>
          <p:nvPr/>
        </p:nvSpPr>
        <p:spPr>
          <a:xfrm>
            <a:off x="2042800" y="4398487"/>
            <a:ext cx="5117699" cy="1517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-298450" lvl="0" marL="285750" marR="0" rtl="0" algn="l">
              <a:spcBef>
                <a:spcPts val="0"/>
              </a:spcBef>
              <a:buClr>
                <a:schemeClr val="accent2"/>
              </a:buClr>
              <a:buSzPct val="100000"/>
              <a:buFont typeface="Noto Sans Symbol"/>
              <a:buChar char="▪"/>
            </a:pPr>
            <a:r>
              <a:rPr b="0" baseline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Lowercase</a:t>
            </a:r>
          </a:p>
          <a:p>
            <a:pPr indent="-298450" lvl="0" marL="285750" marR="0" rtl="0" algn="l">
              <a:spcBef>
                <a:spcPts val="0"/>
              </a:spcBef>
              <a:buClr>
                <a:schemeClr val="accent2"/>
              </a:buClr>
              <a:buSzPct val="100000"/>
              <a:buFont typeface="Noto Sans Symbol"/>
              <a:buChar char="▪"/>
            </a:pPr>
            <a:r>
              <a:rPr lang="en-US" sz="2000">
                <a:solidFill>
                  <a:schemeClr val="dk1"/>
                </a:solidFill>
              </a:rPr>
              <a:t>Lemmatization</a:t>
            </a:r>
          </a:p>
          <a:p>
            <a:pPr indent="-298450" lvl="0" marL="285750" marR="0" rtl="0" algn="l">
              <a:spcBef>
                <a:spcPts val="0"/>
              </a:spcBef>
              <a:buClr>
                <a:schemeClr val="accent2"/>
              </a:buClr>
              <a:buSzPct val="100000"/>
              <a:buFont typeface="Noto Sans Symbol"/>
              <a:buChar char="▪"/>
            </a:pPr>
            <a:r>
              <a:rPr b="0" baseline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Stop words</a:t>
            </a:r>
          </a:p>
          <a:p>
            <a:pPr indent="-298450" lvl="0" marL="285750" marR="0" rtl="0" algn="l">
              <a:spcBef>
                <a:spcPts val="0"/>
              </a:spcBef>
              <a:buClr>
                <a:schemeClr val="accent2"/>
              </a:buClr>
              <a:buSzPct val="100000"/>
              <a:buFont typeface="Noto Sans Symbol"/>
              <a:buChar char="▪"/>
            </a:pPr>
            <a:r>
              <a:rPr lang="en-US" sz="2000">
                <a:solidFill>
                  <a:schemeClr val="dk1"/>
                </a:solidFill>
              </a:rPr>
              <a:t>C</a:t>
            </a:r>
            <a:r>
              <a:rPr b="0" baseline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asual words (e.g.</a:t>
            </a:r>
            <a:r>
              <a:rPr lang="en-US" sz="2000">
                <a:solidFill>
                  <a:schemeClr val="dk1"/>
                </a:solidFill>
              </a:rPr>
              <a:t>, “supperrrr”</a:t>
            </a:r>
            <a:r>
              <a:rPr b="0" baseline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</a:p>
          <a:p>
            <a:pPr indent="-298450" lvl="0" marL="285750" marR="0" rtl="0" algn="l">
              <a:spcBef>
                <a:spcPts val="0"/>
              </a:spcBef>
              <a:buClr>
                <a:schemeClr val="accent2"/>
              </a:buClr>
              <a:buSzPct val="100000"/>
              <a:buFont typeface="Noto Sans Symbol"/>
              <a:buChar char="▪"/>
            </a:pPr>
            <a:r>
              <a:rPr lang="en-US" sz="2000">
                <a:solidFill>
                  <a:schemeClr val="dk1"/>
                </a:solidFill>
              </a:rPr>
              <a:t>Meaningless words (e.g., “like”, “good”) </a:t>
            </a:r>
          </a:p>
          <a:p>
            <a:pPr lvl="0" marR="0" rtl="0" algn="l">
              <a:spcBef>
                <a:spcPts val="0"/>
              </a:spcBef>
              <a:buNone/>
            </a:pPr>
            <a:r>
              <a:rPr lang="en-US" sz="2000">
                <a:solidFill>
                  <a:schemeClr val="dk1"/>
                </a:solidFill>
              </a:rPr>
              <a:t>    -- filtering word list</a:t>
            </a:r>
          </a:p>
        </p:txBody>
      </p:sp>
      <p:sp>
        <p:nvSpPr>
          <p:cNvPr id="291" name="Shape 29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baseline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  <p:sp>
        <p:nvSpPr>
          <p:cNvPr id="292" name="Shape 292"/>
          <p:cNvSpPr txBox="1"/>
          <p:nvPr/>
        </p:nvSpPr>
        <p:spPr>
          <a:xfrm>
            <a:off x="690550" y="367050"/>
            <a:ext cx="4478399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1" lang="en-US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Preprocessing and Filtering</a:t>
            </a:r>
          </a:p>
        </p:txBody>
      </p:sp>
    </p:spTree>
  </p:cSld>
  <p:clrMapOvr>
    <a:masterClrMapping/>
  </p:clrMapOvr>
  <p:transition spd="slow">
    <p:cut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Shape 29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baseline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  <p:sp>
        <p:nvSpPr>
          <p:cNvPr id="298" name="Shape 298"/>
          <p:cNvSpPr txBox="1"/>
          <p:nvPr/>
        </p:nvSpPr>
        <p:spPr>
          <a:xfrm>
            <a:off x="695325" y="367050"/>
            <a:ext cx="2711099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1" lang="en-US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 Grouping</a:t>
            </a:r>
          </a:p>
        </p:txBody>
      </p:sp>
      <p:pic>
        <p:nvPicPr>
          <p:cNvPr id="299" name="Shape 2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3163" y="1115337"/>
            <a:ext cx="6071260" cy="2204858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Shape 300"/>
          <p:cNvSpPr txBox="1"/>
          <p:nvPr/>
        </p:nvSpPr>
        <p:spPr>
          <a:xfrm>
            <a:off x="2886073" y="3375242"/>
            <a:ext cx="3918069" cy="36933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2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0" baseline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Direct Explanation of dLDA Model</a:t>
            </a:r>
          </a:p>
        </p:txBody>
      </p:sp>
      <p:pic>
        <p:nvPicPr>
          <p:cNvPr id="301" name="Shape 30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67080" y="3843832"/>
            <a:ext cx="5543425" cy="24039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Shape 30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2954" y="4467496"/>
            <a:ext cx="1336358" cy="10022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Shape 30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baseline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  <p:sp>
        <p:nvSpPr>
          <p:cNvPr id="308" name="Shape 308"/>
          <p:cNvSpPr txBox="1"/>
          <p:nvPr/>
        </p:nvSpPr>
        <p:spPr>
          <a:xfrm>
            <a:off x="695325" y="367050"/>
            <a:ext cx="3383399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1" lang="en-US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Phrase Generation</a:t>
            </a:r>
          </a:p>
        </p:txBody>
      </p:sp>
      <p:sp>
        <p:nvSpPr>
          <p:cNvPr id="309" name="Shape 309"/>
          <p:cNvSpPr txBox="1"/>
          <p:nvPr/>
        </p:nvSpPr>
        <p:spPr>
          <a:xfrm>
            <a:off x="1310938" y="4298498"/>
            <a:ext cx="1571699" cy="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0" baseline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Raw Review</a:t>
            </a:r>
          </a:p>
        </p:txBody>
      </p:sp>
      <p:sp>
        <p:nvSpPr>
          <p:cNvPr id="310" name="Shape 310"/>
          <p:cNvSpPr txBox="1"/>
          <p:nvPr/>
        </p:nvSpPr>
        <p:spPr>
          <a:xfrm>
            <a:off x="985050" y="1710650"/>
            <a:ext cx="7236599" cy="30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0" baseline="0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Rule-based method:</a:t>
            </a:r>
          </a:p>
          <a:p>
            <a:pPr indent="-406400" lvl="0" marL="342900" marR="0" rtl="0" algn="l">
              <a:spcBef>
                <a:spcPts val="0"/>
              </a:spcBef>
              <a:buClr>
                <a:schemeClr val="accent2"/>
              </a:buClr>
              <a:buSzPct val="100000"/>
              <a:buFont typeface="Noto Sans Symbol"/>
              <a:buChar char="▪"/>
            </a:pPr>
            <a:r>
              <a:rPr b="0" baseline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Length limit </a:t>
            </a:r>
            <a:r>
              <a:rPr lang="en-US" sz="2400">
                <a:solidFill>
                  <a:schemeClr val="dk1"/>
                </a:solidFill>
              </a:rPr>
              <a:t>(word length &gt;= 3</a:t>
            </a:r>
            <a:r>
              <a:rPr b="0" baseline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</a:p>
          <a:p>
            <a:pPr indent="-406400" lvl="0" marL="342900" marR="0" rtl="0" algn="l">
              <a:spcBef>
                <a:spcPts val="0"/>
              </a:spcBef>
              <a:buClr>
                <a:schemeClr val="accent2"/>
              </a:buClr>
              <a:buSzPct val="100000"/>
              <a:buFont typeface="Noto Sans Symbol"/>
              <a:buChar char="▪"/>
            </a:pPr>
            <a:r>
              <a:rPr b="0" baseline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Informative assurance (NLTK s</a:t>
            </a:r>
            <a:r>
              <a:rPr lang="en-US" sz="2400">
                <a:solidFill>
                  <a:schemeClr val="dk1"/>
                </a:solidFill>
              </a:rPr>
              <a:t>topwords list and filtering word list</a:t>
            </a:r>
            <a:r>
              <a:rPr b="0" baseline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</a:p>
          <a:p>
            <a:pPr indent="-406400" lvl="0" marL="342900" marR="0" rtl="0" algn="l">
              <a:spcBef>
                <a:spcPts val="0"/>
              </a:spcBef>
              <a:buClr>
                <a:schemeClr val="accent2"/>
              </a:buClr>
              <a:buSzPct val="100000"/>
              <a:buFont typeface="Noto Sans Symbol"/>
              <a:buChar char="▪"/>
            </a:pPr>
            <a:r>
              <a:rPr b="0" baseline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Part of speech limit </a:t>
            </a:r>
            <a:r>
              <a:rPr lang="en-US" sz="2400">
                <a:solidFill>
                  <a:schemeClr val="dk1"/>
                </a:solidFill>
              </a:rPr>
              <a:t>(adverb or determiner)</a:t>
            </a:r>
          </a:p>
          <a:p>
            <a:pPr indent="-406400" lvl="0" marL="342900" marR="0" rtl="0" algn="l">
              <a:spcBef>
                <a:spcPts val="0"/>
              </a:spcBef>
              <a:buClr>
                <a:schemeClr val="accent2"/>
              </a:buClr>
              <a:buSzPct val="100000"/>
              <a:buFont typeface="Noto Sans Symbol"/>
              <a:buChar char="▪"/>
            </a:pPr>
            <a:r>
              <a:rPr b="0" baseline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Quality assurance (occurrence fr</a:t>
            </a:r>
            <a:r>
              <a:rPr lang="en-US" sz="2400">
                <a:solidFill>
                  <a:schemeClr val="dk1"/>
                </a:solidFill>
              </a:rPr>
              <a:t>equency &gt;= 5, TMI score in the top 150</a:t>
            </a:r>
            <a:r>
              <a:rPr b="0" baseline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</a:p>
          <a:p>
            <a:pPr indent="-254000" lvl="0" marL="342900" marR="0" rtl="0" algn="l">
              <a:spcBef>
                <a:spcPts val="0"/>
              </a:spcBef>
              <a:buClr>
                <a:schemeClr val="dk1"/>
              </a:buClr>
              <a:buFont typeface="Calibri"/>
              <a:buNone/>
            </a:pPr>
            <a:r>
              <a:t/>
            </a:r>
            <a:endParaRPr b="0" baseline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1" name="Shape 3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11650" y="4575750"/>
            <a:ext cx="3383400" cy="6766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Shape 31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baseline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  <p:pic>
        <p:nvPicPr>
          <p:cNvPr id="317" name="Shape 3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2978" y="1141237"/>
            <a:ext cx="5236404" cy="4731788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Shape 318"/>
          <p:cNvSpPr txBox="1"/>
          <p:nvPr/>
        </p:nvSpPr>
        <p:spPr>
          <a:xfrm>
            <a:off x="695325" y="367050"/>
            <a:ext cx="3119699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1" lang="en-US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Issue Prioritizing</a:t>
            </a:r>
          </a:p>
        </p:txBody>
      </p:sp>
      <p:sp>
        <p:nvSpPr>
          <p:cNvPr id="319" name="Shape 319"/>
          <p:cNvSpPr txBox="1"/>
          <p:nvPr/>
        </p:nvSpPr>
        <p:spPr>
          <a:xfrm>
            <a:off x="5918380" y="1462550"/>
            <a:ext cx="2678686" cy="2862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0" baseline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Rank by:</a:t>
            </a:r>
          </a:p>
          <a:p>
            <a:pPr indent="-285750" lvl="0" marL="285750" marR="0" rtl="0" algn="l">
              <a:spcBef>
                <a:spcPts val="0"/>
              </a:spcBef>
              <a:buClr>
                <a:schemeClr val="dk1"/>
              </a:buClr>
              <a:buSzPct val="100000"/>
              <a:buFont typeface="Noto Sans Symbol"/>
              <a:buChar char="▪"/>
            </a:pPr>
            <a:r>
              <a:rPr b="0" baseline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Semantic aspect:</a:t>
            </a:r>
          </a:p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0" baseline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KL-Divergence</a:t>
            </a:r>
            <a:r>
              <a:rPr b="0" baseline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baseline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KDD </a:t>
            </a:r>
            <a:r>
              <a:rPr b="0" baseline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2007</a:t>
            </a:r>
            <a:r>
              <a:rPr b="0" baseline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</a:p>
          <a:p>
            <a:pPr indent="0" lvl="0" marL="0" marR="0" rtl="0" algn="l">
              <a:spcBef>
                <a:spcPts val="0"/>
              </a:spcBef>
              <a:buNone/>
            </a:pPr>
            <a:r>
              <a:t/>
            </a:r>
            <a:endParaRPr b="0" baseline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buNone/>
            </a:pPr>
            <a:r>
              <a:t/>
            </a:r>
            <a:endParaRPr b="0" baseline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buClr>
                <a:schemeClr val="dk1"/>
              </a:buClr>
              <a:buSzPct val="100000"/>
              <a:buFont typeface="Noto Sans Symbol"/>
              <a:buChar char="▪"/>
            </a:pPr>
            <a:r>
              <a:rPr b="0" baseline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Sentiment aspect:</a:t>
            </a:r>
          </a:p>
          <a:p>
            <a:pPr indent="-171450" lvl="0" marL="285750" marR="0" rtl="0" algn="l">
              <a:spcBef>
                <a:spcPts val="0"/>
              </a:spcBef>
              <a:buClr>
                <a:schemeClr val="dk1"/>
              </a:buClr>
              <a:buFont typeface="Noto Sans Symbol"/>
              <a:buNone/>
            </a:pPr>
            <a:r>
              <a:t/>
            </a:r>
            <a:endParaRPr b="0" baseline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spcBef>
                <a:spcPts val="0"/>
              </a:spcBef>
              <a:buClr>
                <a:schemeClr val="dk1"/>
              </a:buClr>
              <a:buFont typeface="Noto Sans Symbol"/>
              <a:buNone/>
            </a:pPr>
            <a:r>
              <a:t/>
            </a:r>
            <a:endParaRPr b="0" baseline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buClr>
                <a:schemeClr val="dk1"/>
              </a:buClr>
              <a:buSzPct val="100000"/>
              <a:buFont typeface="Noto Sans Symbol"/>
              <a:buChar char="▪"/>
            </a:pPr>
            <a:r>
              <a:rPr b="0" baseline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Total score:</a:t>
            </a:r>
          </a:p>
          <a:p>
            <a:pPr indent="0" lvl="0" marL="0" marR="0" rtl="0" algn="l">
              <a:spcBef>
                <a:spcPts val="0"/>
              </a:spcBef>
              <a:buNone/>
            </a:pPr>
            <a:r>
              <a:t/>
            </a:r>
            <a:endParaRPr b="0" baseline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0" name="Shape 3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74407" y="2477331"/>
            <a:ext cx="3274160" cy="46242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Shape 3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57950" y="3251060"/>
            <a:ext cx="1516200" cy="36670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Shape 3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19112" y="4016189"/>
            <a:ext cx="2702428" cy="334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Shape 323"/>
          <p:cNvPicPr preferRelativeResize="0"/>
          <p:nvPr/>
        </p:nvPicPr>
        <p:blipFill rotWithShape="1">
          <a:blip r:embed="rId7">
            <a:alphaModFix/>
          </a:blip>
          <a:srcRect b="1013" l="1013" r="414" t="547"/>
          <a:stretch/>
        </p:blipFill>
        <p:spPr>
          <a:xfrm>
            <a:off x="2577736" y="1262742"/>
            <a:ext cx="4467498" cy="45632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Shape 32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baseline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  <p:sp>
        <p:nvSpPr>
          <p:cNvPr id="329" name="Shape 329"/>
          <p:cNvSpPr txBox="1"/>
          <p:nvPr/>
        </p:nvSpPr>
        <p:spPr>
          <a:xfrm>
            <a:off x="695325" y="367037"/>
            <a:ext cx="2126542" cy="523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1" baseline="0" i="0" lang="en-US" sz="28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Experiments</a:t>
            </a:r>
          </a:p>
        </p:txBody>
      </p:sp>
      <p:sp>
        <p:nvSpPr>
          <p:cNvPr id="330" name="Shape 330"/>
          <p:cNvSpPr/>
          <p:nvPr/>
        </p:nvSpPr>
        <p:spPr>
          <a:xfrm>
            <a:off x="690562" y="436941"/>
            <a:ext cx="2131305" cy="481306"/>
          </a:xfrm>
          <a:prstGeom prst="flowChartDocument">
            <a:avLst/>
          </a:prstGeom>
          <a:noFill/>
          <a:ln cap="flat" cmpd="sng" w="19050">
            <a:solidFill>
              <a:srgbClr val="42719B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baseline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1" name="Shape 3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26922" y="815877"/>
            <a:ext cx="966899" cy="97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Shape 3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2587" y="1983225"/>
            <a:ext cx="5730622" cy="822377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Shape 333"/>
          <p:cNvSpPr txBox="1"/>
          <p:nvPr/>
        </p:nvSpPr>
        <p:spPr>
          <a:xfrm>
            <a:off x="6358782" y="2240525"/>
            <a:ext cx="2630680" cy="307777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accent2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buSzPct val="25000"/>
              <a:buNone/>
            </a:pPr>
            <a:r>
              <a:rPr b="0" baseline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Phrase Bank (Top 25) of Viber</a:t>
            </a:r>
          </a:p>
        </p:txBody>
      </p:sp>
      <p:pic>
        <p:nvPicPr>
          <p:cNvPr id="334" name="Shape 3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8397" y="3018550"/>
            <a:ext cx="6057299" cy="2209799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Shape 335"/>
          <p:cNvSpPr txBox="1"/>
          <p:nvPr/>
        </p:nvSpPr>
        <p:spPr>
          <a:xfrm>
            <a:off x="6358780" y="3810744"/>
            <a:ext cx="2630680" cy="523219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7690" l="-227" r="0" t="0"/>
            </a:stretch>
          </a:blipFill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0" baseline="0" i="0" lang="en-US" sz="1800" u="none" cap="none" strike="noStrike">
                <a:latin typeface="Calibri"/>
                <a:ea typeface="Calibri"/>
                <a:cs typeface="Calibri"/>
                <a:sym typeface="Calibri"/>
              </a:rPr>
              <a:t> </a:t>
            </a:r>
          </a:p>
        </p:txBody>
      </p:sp>
      <p:pic>
        <p:nvPicPr>
          <p:cNvPr id="336" name="Shape 33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14696" y="4755307"/>
            <a:ext cx="1535099" cy="1986899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Shape 337"/>
          <p:cNvSpPr/>
          <p:nvPr/>
        </p:nvSpPr>
        <p:spPr>
          <a:xfrm>
            <a:off x="2821867" y="5478067"/>
            <a:ext cx="3082543" cy="548263"/>
          </a:xfrm>
          <a:prstGeom prst="wedgeRoundRectCallout">
            <a:avLst>
              <a:gd fmla="val 58907" name="adj1"/>
              <a:gd fmla="val -10841" name="adj2"/>
              <a:gd fmla="val 16667" name="adj3"/>
            </a:avLst>
          </a:prstGeom>
          <a:gradFill>
            <a:gsLst>
              <a:gs pos="0">
                <a:srgbClr val="7FB75F"/>
              </a:gs>
              <a:gs pos="50000">
                <a:srgbClr val="6EB141"/>
              </a:gs>
              <a:gs pos="100000">
                <a:srgbClr val="5FA134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0" baseline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Which issue is important?</a:t>
            </a:r>
          </a:p>
        </p:txBody>
      </p:sp>
      <p:sp>
        <p:nvSpPr>
          <p:cNvPr id="338" name="Shape 338"/>
          <p:cNvSpPr txBox="1"/>
          <p:nvPr/>
        </p:nvSpPr>
        <p:spPr>
          <a:xfrm>
            <a:off x="1654771" y="1151190"/>
            <a:ext cx="6036299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25000"/>
              <a:buFont typeface="Arial"/>
              <a:buNone/>
            </a:pPr>
            <a:r>
              <a:rPr b="0" baseline="0" i="0" lang="en-US" sz="16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Dataset: </a:t>
            </a:r>
            <a:r>
              <a:rPr b="0" baseline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37 apps, 10 categories, 56,479 reviews on average.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25000"/>
              <a:buFont typeface="Arial"/>
              <a:buNone/>
            </a:pPr>
            <a:r>
              <a:rPr b="0" baseline="0" i="0" lang="en-US" sz="16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After combing changelogs</a:t>
            </a:r>
            <a:r>
              <a:rPr b="0" baseline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18 apps, 117 versions.</a:t>
            </a:r>
          </a:p>
        </p:txBody>
      </p:sp>
      <p:sp>
        <p:nvSpPr>
          <p:cNvPr id="339" name="Shape 339"/>
          <p:cNvSpPr/>
          <p:nvPr/>
        </p:nvSpPr>
        <p:spPr>
          <a:xfrm>
            <a:off x="1654771" y="1148921"/>
            <a:ext cx="5728800" cy="587100"/>
          </a:xfrm>
          <a:prstGeom prst="rect">
            <a:avLst/>
          </a:prstGeom>
          <a:noFill/>
          <a:ln cap="flat" cmpd="sng" w="25400">
            <a:solidFill>
              <a:srgbClr val="E36C09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baseline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cut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Shape 34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baseline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  <p:sp>
        <p:nvSpPr>
          <p:cNvPr id="345" name="Shape 345"/>
          <p:cNvSpPr txBox="1"/>
          <p:nvPr/>
        </p:nvSpPr>
        <p:spPr>
          <a:xfrm>
            <a:off x="695325" y="367050"/>
            <a:ext cx="3255899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1" lang="en-US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Visualization </a:t>
            </a:r>
          </a:p>
        </p:txBody>
      </p:sp>
      <p:pic>
        <p:nvPicPr>
          <p:cNvPr id="346" name="Shape 3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5234" y="830001"/>
            <a:ext cx="5862600" cy="5373900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Shape 347"/>
          <p:cNvSpPr txBox="1"/>
          <p:nvPr/>
        </p:nvSpPr>
        <p:spPr>
          <a:xfrm>
            <a:off x="3420200" y="6340975"/>
            <a:ext cx="2426100" cy="3650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buSzPct val="25000"/>
              <a:buNone/>
            </a:pPr>
            <a:r>
              <a:rPr b="0" baseline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Themeriver of Viber. </a:t>
            </a:r>
          </a:p>
        </p:txBody>
      </p:sp>
    </p:spTree>
  </p:cSld>
  <p:clrMapOvr>
    <a:masterClrMapping/>
  </p:clrMapOvr>
  <p:transition spd="slow">
    <p:cut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Shape 35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baseline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  <p:pic>
        <p:nvPicPr>
          <p:cNvPr id="353" name="Shape 3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5925" y="1839675"/>
            <a:ext cx="7014600" cy="3827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Shape 3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29001" y="1248984"/>
            <a:ext cx="1447800" cy="514499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Shape 355"/>
          <p:cNvSpPr txBox="1"/>
          <p:nvPr/>
        </p:nvSpPr>
        <p:spPr>
          <a:xfrm>
            <a:off x="2256850" y="5765425"/>
            <a:ext cx="4343700" cy="3078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accent2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buSzPct val="25000"/>
              <a:buNone/>
            </a:pPr>
            <a:r>
              <a:rPr b="0" baseline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Top Three Reviews Related to “</a:t>
            </a:r>
            <a:r>
              <a:rPr b="0" baseline="0" i="0" lang="en-US" sz="14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Activation Code</a:t>
            </a:r>
            <a:r>
              <a:rPr b="0" baseline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</a:p>
        </p:txBody>
      </p:sp>
      <p:sp>
        <p:nvSpPr>
          <p:cNvPr id="356" name="Shape 356"/>
          <p:cNvSpPr txBox="1"/>
          <p:nvPr/>
        </p:nvSpPr>
        <p:spPr>
          <a:xfrm>
            <a:off x="1719941" y="1361345"/>
            <a:ext cx="3692400" cy="369299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4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0" baseline="0" i="0" lang="en-US" sz="18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Importance score </a:t>
            </a:r>
            <a:r>
              <a:rPr b="0" baseline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 the review d:</a:t>
            </a:r>
          </a:p>
        </p:txBody>
      </p:sp>
      <p:sp>
        <p:nvSpPr>
          <p:cNvPr id="357" name="Shape 357"/>
          <p:cNvSpPr txBox="1"/>
          <p:nvPr/>
        </p:nvSpPr>
        <p:spPr>
          <a:xfrm>
            <a:off x="695325" y="443250"/>
            <a:ext cx="2362799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1" lang="en-US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Rank Reviews</a:t>
            </a:r>
          </a:p>
        </p:txBody>
      </p:sp>
    </p:spTree>
  </p:cSld>
  <p:clrMapOvr>
    <a:masterClrMapping/>
  </p:clrMapOvr>
  <p:transition spd="slow">
    <p:cut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Shape 362"/>
          <p:cNvSpPr txBox="1"/>
          <p:nvPr>
            <p:ph idx="12" type="sldNum"/>
          </p:nvPr>
        </p:nvSpPr>
        <p:spPr>
          <a:xfrm>
            <a:off x="6457950" y="6203951"/>
            <a:ext cx="2057400" cy="3650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baseline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  <p:sp>
        <p:nvSpPr>
          <p:cNvPr id="363" name="Shape 363"/>
          <p:cNvSpPr txBox="1"/>
          <p:nvPr/>
        </p:nvSpPr>
        <p:spPr>
          <a:xfrm>
            <a:off x="695325" y="367050"/>
            <a:ext cx="4224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1" lang="en-US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Performance Evaluation</a:t>
            </a:r>
          </a:p>
        </p:txBody>
      </p:sp>
      <p:pic>
        <p:nvPicPr>
          <p:cNvPr id="364" name="Shape 3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1950" y="1127849"/>
            <a:ext cx="5817000" cy="510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Shape 3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08919" y="2292740"/>
            <a:ext cx="2707799" cy="368099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Shape 366"/>
          <p:cNvSpPr txBox="1"/>
          <p:nvPr/>
        </p:nvSpPr>
        <p:spPr>
          <a:xfrm>
            <a:off x="6121825" y="2817226"/>
            <a:ext cx="2707499" cy="22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buSzPct val="25000"/>
              <a:buNone/>
            </a:pPr>
            <a:r>
              <a:rPr b="0" baseline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</a:t>
            </a:r>
            <a:r>
              <a:rPr b="0" baseline="0" i="0" lang="en-US" sz="18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each phrase </a:t>
            </a:r>
            <a:r>
              <a:rPr b="0" baseline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 in the ground truth, we compute its</a:t>
            </a:r>
            <a:r>
              <a:rPr b="0" baseline="0" i="0" lang="en-US" sz="18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 similarity degrees</a:t>
            </a:r>
            <a:r>
              <a:rPr b="0" baseline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all the phrases in our results, and the </a:t>
            </a:r>
            <a:r>
              <a:rPr b="0" baseline="0" i="0" lang="en-US" sz="18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highest one </a:t>
            </a:r>
            <a:r>
              <a:rPr b="0" baseline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defined as the rate of the phrase Rate(u).</a:t>
            </a:r>
          </a:p>
        </p:txBody>
      </p:sp>
    </p:spTree>
  </p:cSld>
  <p:clrMapOvr>
    <a:masterClrMapping/>
  </p:clrMapOvr>
  <p:transition spd="slow">
    <p:cut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Shape 37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baseline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  <p:sp>
        <p:nvSpPr>
          <p:cNvPr id="372" name="Shape 372"/>
          <p:cNvSpPr txBox="1"/>
          <p:nvPr/>
        </p:nvSpPr>
        <p:spPr>
          <a:xfrm>
            <a:off x="695325" y="367050"/>
            <a:ext cx="3725399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1" lang="en-US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Overall Performance</a:t>
            </a:r>
          </a:p>
        </p:txBody>
      </p:sp>
      <p:pic>
        <p:nvPicPr>
          <p:cNvPr id="373" name="Shape 3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8254" y="1401509"/>
            <a:ext cx="7177817" cy="3651324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Shape 374"/>
          <p:cNvSpPr txBox="1"/>
          <p:nvPr/>
        </p:nvSpPr>
        <p:spPr>
          <a:xfrm>
            <a:off x="546275" y="5274487"/>
            <a:ext cx="7981771" cy="523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buSzPct val="25000"/>
              <a:buNone/>
            </a:pPr>
            <a:r>
              <a:rPr b="0" baseline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0" baseline="0" i="0" lang="en-US" sz="18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Precision</a:t>
            </a:r>
            <a:r>
              <a:rPr b="0" baseline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 </a:t>
            </a:r>
            <a:r>
              <a:rPr b="0" baseline="0" i="0" lang="en-US" sz="18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18 Apps </a:t>
            </a:r>
            <a:r>
              <a:rPr b="0" baseline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the Collection. The overall times of comparing </a:t>
            </a:r>
            <a:r>
              <a:rPr lang="en-US" sz="1800">
                <a:solidFill>
                  <a:schemeClr val="dk1"/>
                </a:solidFill>
              </a:rPr>
              <a:t>is</a:t>
            </a:r>
            <a:r>
              <a:rPr b="0" baseline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117. The average precision for these apps is </a:t>
            </a:r>
            <a:r>
              <a:rPr b="0" baseline="0" i="0" lang="en-US" sz="18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60.3%</a:t>
            </a:r>
            <a:r>
              <a:rPr b="0" baseline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which is quite acceptable </a:t>
            </a:r>
            <a:r>
              <a:rPr b="0" baseline="0" i="0" lang="en-US" sz="18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for app review analysis </a:t>
            </a:r>
            <a:r>
              <a:rPr b="0" baseline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en-US" sz="1800"/>
              <a:t>ICSE</a:t>
            </a:r>
            <a:r>
              <a:rPr b="0" baseline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2014</a:t>
            </a:r>
            <a:r>
              <a:rPr b="0" baseline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].</a:t>
            </a:r>
          </a:p>
        </p:txBody>
      </p:sp>
    </p:spTree>
  </p:cSld>
  <p:clrMapOvr>
    <a:masterClrMapping/>
  </p:clrMapOvr>
  <p:transition spd="slow">
    <p:cut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Shape 379"/>
          <p:cNvSpPr txBox="1"/>
          <p:nvPr/>
        </p:nvSpPr>
        <p:spPr>
          <a:xfrm>
            <a:off x="695325" y="367037"/>
            <a:ext cx="1962149" cy="523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1" baseline="0" i="0" lang="en-US" sz="28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</a:p>
        </p:txBody>
      </p:sp>
      <p:sp>
        <p:nvSpPr>
          <p:cNvPr id="380" name="Shape 380"/>
          <p:cNvSpPr/>
          <p:nvPr/>
        </p:nvSpPr>
        <p:spPr>
          <a:xfrm>
            <a:off x="690562" y="436941"/>
            <a:ext cx="1871662" cy="481306"/>
          </a:xfrm>
          <a:prstGeom prst="flowChartDocument">
            <a:avLst/>
          </a:prstGeom>
          <a:noFill/>
          <a:ln cap="flat" cmpd="sng" w="19050">
            <a:solidFill>
              <a:srgbClr val="42719B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baseline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Shape 381"/>
          <p:cNvSpPr txBox="1"/>
          <p:nvPr/>
        </p:nvSpPr>
        <p:spPr>
          <a:xfrm>
            <a:off x="690562" y="1828800"/>
            <a:ext cx="7923598" cy="2246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-285750" lvl="0" marL="285750" marR="0" rtl="0" algn="just">
              <a:spcBef>
                <a:spcPts val="0"/>
              </a:spcBef>
              <a:buClr>
                <a:srgbClr val="E36C09"/>
              </a:buClr>
              <a:buSzPct val="100000"/>
              <a:buFont typeface="Noto Sans Symbol"/>
              <a:buChar char="▪"/>
            </a:pPr>
            <a:r>
              <a:rPr b="0" baseline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design a novel framework PAID to prioritize phrase-level issues </a:t>
            </a:r>
            <a:r>
              <a:rPr b="0" baseline="0" i="0" lang="en-US" sz="20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systematically and automatically</a:t>
            </a:r>
            <a:r>
              <a:rPr b="0" baseline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indent="-285750" lvl="0" marL="285750" marR="0" rtl="0" algn="just">
              <a:spcBef>
                <a:spcPts val="0"/>
              </a:spcBef>
              <a:buClr>
                <a:srgbClr val="E36C09"/>
              </a:buClr>
              <a:buSzPct val="100000"/>
              <a:buFont typeface="Noto Sans Symbol"/>
              <a:buChar char="▪"/>
            </a:pPr>
            <a:r>
              <a:rPr b="0" baseline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propose a new </a:t>
            </a:r>
            <a:r>
              <a:rPr b="0" baseline="0" i="0" lang="en-US" sz="20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evaluation metric </a:t>
            </a:r>
            <a:r>
              <a:rPr b="0" baseline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measure the prioritization of app issues </a:t>
            </a:r>
            <a:r>
              <a:rPr b="0" baseline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by employing the </a:t>
            </a:r>
            <a:r>
              <a:rPr b="0" baseline="0" i="0" lang="en-US" sz="20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official app changelogs</a:t>
            </a:r>
            <a:r>
              <a:rPr b="0" baseline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indent="-285750" lvl="0" marL="285750" marR="0" rtl="0" algn="just">
              <a:spcBef>
                <a:spcPts val="0"/>
              </a:spcBef>
              <a:buClr>
                <a:srgbClr val="E36C09"/>
              </a:buClr>
              <a:buSzPct val="100000"/>
              <a:buFont typeface="Noto Sans Symbol"/>
              <a:buChar char="▪"/>
            </a:pPr>
            <a:r>
              <a:rPr b="0" baseline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0" baseline="0" i="0" lang="en-US" sz="20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accuracy</a:t>
            </a:r>
            <a:r>
              <a:rPr b="0" baseline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effectiveness of our framework is demonstrated on a large real dataset.</a:t>
            </a:r>
          </a:p>
        </p:txBody>
      </p:sp>
      <p:sp>
        <p:nvSpPr>
          <p:cNvPr id="382" name="Shape 38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baseline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  <p:transition spd="slow">
    <p:cut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Shape 387"/>
          <p:cNvSpPr txBox="1"/>
          <p:nvPr/>
        </p:nvSpPr>
        <p:spPr>
          <a:xfrm>
            <a:off x="3695700" y="2400300"/>
            <a:ext cx="1724025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0" baseline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Thanks!</a:t>
            </a:r>
          </a:p>
          <a:p>
            <a:pPr indent="0" lvl="0" marL="0" marR="0" rtl="0" algn="l">
              <a:spcBef>
                <a:spcPts val="0"/>
              </a:spcBef>
              <a:buNone/>
            </a:pPr>
            <a:r>
              <a:t/>
            </a:r>
            <a:endParaRPr b="0" baseline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0" baseline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 &amp; A</a:t>
            </a:r>
          </a:p>
        </p:txBody>
      </p:sp>
      <p:sp>
        <p:nvSpPr>
          <p:cNvPr id="388" name="Shape 38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baseline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  <p:transition spd="slow">
    <p:cut/>
  </p:transition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Shape 393"/>
          <p:cNvSpPr txBox="1"/>
          <p:nvPr>
            <p:ph idx="12" type="sldNum"/>
          </p:nvPr>
        </p:nvSpPr>
        <p:spPr>
          <a:xfrm>
            <a:off x="6457950" y="6356351"/>
            <a:ext cx="2057400" cy="3650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baseline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  <p:sp>
        <p:nvSpPr>
          <p:cNvPr id="394" name="Shape 394"/>
          <p:cNvSpPr txBox="1"/>
          <p:nvPr/>
        </p:nvSpPr>
        <p:spPr>
          <a:xfrm>
            <a:off x="695325" y="367037"/>
            <a:ext cx="2126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1" baseline="0" i="0" lang="en-US" sz="28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Experiments</a:t>
            </a:r>
          </a:p>
        </p:txBody>
      </p:sp>
      <p:sp>
        <p:nvSpPr>
          <p:cNvPr id="395" name="Shape 395"/>
          <p:cNvSpPr/>
          <p:nvPr/>
        </p:nvSpPr>
        <p:spPr>
          <a:xfrm>
            <a:off x="690562" y="436941"/>
            <a:ext cx="2131325" cy="481302"/>
          </a:xfrm>
          <a:prstGeom prst="flowChartDocument">
            <a:avLst/>
          </a:prstGeom>
          <a:noFill/>
          <a:ln cap="flat" cmpd="sng" w="19050">
            <a:solidFill>
              <a:srgbClr val="42719B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baseline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6" name="Shape 3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3905" y="1232415"/>
            <a:ext cx="6572999" cy="3458099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Shape 397"/>
          <p:cNvSpPr txBox="1"/>
          <p:nvPr/>
        </p:nvSpPr>
        <p:spPr>
          <a:xfrm>
            <a:off x="662350" y="4743023"/>
            <a:ext cx="7981799" cy="5232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1619" l="-229" r="-229" t="-2329"/>
            </a:stretch>
          </a:blipFill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0" baseline="0" i="0" lang="en-US" sz="1800" u="none" cap="none" strike="noStrike">
                <a:latin typeface="Calibri"/>
                <a:ea typeface="Calibri"/>
                <a:cs typeface="Calibri"/>
                <a:sym typeface="Calibri"/>
              </a:rPr>
              <a:t> </a:t>
            </a:r>
          </a:p>
        </p:txBody>
      </p:sp>
      <p:pic>
        <p:nvPicPr>
          <p:cNvPr id="398" name="Shape 39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25715" y="5371273"/>
            <a:ext cx="6455100" cy="81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Shape 40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baseline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  <p:pic>
        <p:nvPicPr>
          <p:cNvPr id="404" name="Shape 4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9063" y="1384419"/>
            <a:ext cx="7116195" cy="3681857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Shape 405"/>
          <p:cNvSpPr txBox="1"/>
          <p:nvPr/>
        </p:nvSpPr>
        <p:spPr>
          <a:xfrm>
            <a:off x="695325" y="367037"/>
            <a:ext cx="2126542" cy="523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1" baseline="0" i="0" lang="en-US" sz="28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Experiments</a:t>
            </a:r>
          </a:p>
        </p:txBody>
      </p:sp>
      <p:sp>
        <p:nvSpPr>
          <p:cNvPr id="406" name="Shape 406"/>
          <p:cNvSpPr/>
          <p:nvPr/>
        </p:nvSpPr>
        <p:spPr>
          <a:xfrm>
            <a:off x="690562" y="436941"/>
            <a:ext cx="2131305" cy="481306"/>
          </a:xfrm>
          <a:prstGeom prst="flowChartDocument">
            <a:avLst/>
          </a:prstGeom>
          <a:noFill/>
          <a:ln cap="flat" cmpd="sng" w="19050">
            <a:solidFill>
              <a:srgbClr val="42719B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baseline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Shape 407"/>
          <p:cNvSpPr txBox="1"/>
          <p:nvPr/>
        </p:nvSpPr>
        <p:spPr>
          <a:xfrm>
            <a:off x="546275" y="5274487"/>
            <a:ext cx="7981771" cy="523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buSzPct val="25000"/>
              <a:buNone/>
            </a:pPr>
            <a:r>
              <a:rPr b="0" baseline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0" baseline="0" i="0" lang="en-US" sz="14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Relation </a:t>
            </a:r>
            <a:r>
              <a:rPr b="0" baseline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between the Average Precision and the Review Number Regarding to </a:t>
            </a:r>
            <a:r>
              <a:rPr b="0" baseline="0" i="0" lang="en-US" sz="14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App Category</a:t>
            </a:r>
            <a:r>
              <a:rPr b="0" baseline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The review numbers have been </a:t>
            </a:r>
            <a:r>
              <a:rPr b="0" baseline="0" i="0" lang="en-US" sz="14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normalized</a:t>
            </a:r>
            <a:r>
              <a:rPr b="0" baseline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by the maximum value in the experimental dataset.</a:t>
            </a:r>
          </a:p>
        </p:txBody>
      </p:sp>
    </p:spTree>
  </p:cSld>
  <p:clrMapOvr>
    <a:masterClrMapping/>
  </p:clrMapOvr>
  <p:transition spd="slow">
    <p:cut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baseline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  <p:sp>
        <p:nvSpPr>
          <p:cNvPr id="413" name="Shape 413"/>
          <p:cNvSpPr txBox="1"/>
          <p:nvPr/>
        </p:nvSpPr>
        <p:spPr>
          <a:xfrm>
            <a:off x="695325" y="367037"/>
            <a:ext cx="2126542" cy="523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1" baseline="0" i="0" lang="en-US" sz="28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Experiments</a:t>
            </a:r>
          </a:p>
        </p:txBody>
      </p:sp>
      <p:sp>
        <p:nvSpPr>
          <p:cNvPr id="414" name="Shape 414"/>
          <p:cNvSpPr/>
          <p:nvPr/>
        </p:nvSpPr>
        <p:spPr>
          <a:xfrm>
            <a:off x="690562" y="436941"/>
            <a:ext cx="2131305" cy="481306"/>
          </a:xfrm>
          <a:prstGeom prst="flowChartDocument">
            <a:avLst/>
          </a:prstGeom>
          <a:noFill/>
          <a:ln cap="flat" cmpd="sng" w="19050">
            <a:solidFill>
              <a:srgbClr val="42719B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baseline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5" name="Shape 4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26325" y="957125"/>
            <a:ext cx="5321557" cy="2774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Shape 4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18119" y="3868512"/>
            <a:ext cx="5347859" cy="28185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